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7" r:id="rId4"/>
    <p:sldId id="259" r:id="rId5"/>
    <p:sldId id="269" r:id="rId6"/>
    <p:sldId id="282" r:id="rId7"/>
    <p:sldId id="280" r:id="rId8"/>
    <p:sldId id="261" r:id="rId9"/>
    <p:sldId id="275" r:id="rId10"/>
    <p:sldId id="279" r:id="rId11"/>
    <p:sldId id="264" r:id="rId12"/>
    <p:sldId id="285" r:id="rId13"/>
    <p:sldId id="274" r:id="rId14"/>
    <p:sldId id="283" r:id="rId15"/>
    <p:sldId id="284" r:id="rId16"/>
    <p:sldId id="272" r:id="rId17"/>
    <p:sldId id="273" r:id="rId18"/>
    <p:sldId id="28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75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0010E9-1ED2-4E52-A532-E6859AA15356}" v="2" dt="2026-05-29T23:14:38.8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jat El ouafi" userId="de853e07ae128b6e" providerId="LiveId" clId="{4E7EEB76-965E-4D16-A9BF-12C2C671CE0D}"/>
    <pc:docChg chg="custSel modSld">
      <pc:chgData name="Najat El ouafi" userId="de853e07ae128b6e" providerId="LiveId" clId="{4E7EEB76-965E-4D16-A9BF-12C2C671CE0D}" dt="2026-05-30T02:34:28.885" v="4" actId="26606"/>
      <pc:docMkLst>
        <pc:docMk/>
      </pc:docMkLst>
      <pc:sldChg chg="addSp delSp modSp mod modTransition setBg modAnim setClrOvrMap">
        <pc:chgData name="Najat El ouafi" userId="de853e07ae128b6e" providerId="LiveId" clId="{4E7EEB76-965E-4D16-A9BF-12C2C671CE0D}" dt="2026-05-30T02:34:28.885" v="4" actId="26606"/>
        <pc:sldMkLst>
          <pc:docMk/>
          <pc:sldMk cId="2475187984" sldId="256"/>
        </pc:sldMkLst>
        <pc:spChg chg="mod ord">
          <ac:chgData name="Najat El ouafi" userId="de853e07ae128b6e" providerId="LiveId" clId="{4E7EEB76-965E-4D16-A9BF-12C2C671CE0D}" dt="2026-05-30T02:34:28.885" v="4" actId="26606"/>
          <ac:spMkLst>
            <pc:docMk/>
            <pc:sldMk cId="2475187984" sldId="256"/>
            <ac:spMk id="2" creationId="{1BF54FD3-CA46-3359-B17F-7B6AA1AF7916}"/>
          </ac:spMkLst>
        </pc:spChg>
        <pc:spChg chg="del">
          <ac:chgData name="Najat El ouafi" userId="de853e07ae128b6e" providerId="LiveId" clId="{4E7EEB76-965E-4D16-A9BF-12C2C671CE0D}" dt="2026-05-30T02:34:28.885" v="4" actId="26606"/>
          <ac:spMkLst>
            <pc:docMk/>
            <pc:sldMk cId="2475187984" sldId="256"/>
            <ac:spMk id="8" creationId="{934F1179-B481-4F9E-BCA3-AFB972070F83}"/>
          </ac:spMkLst>
        </pc:spChg>
        <pc:spChg chg="del">
          <ac:chgData name="Najat El ouafi" userId="de853e07ae128b6e" providerId="LiveId" clId="{4E7EEB76-965E-4D16-A9BF-12C2C671CE0D}" dt="2026-05-30T02:34:28.885" v="4" actId="26606"/>
          <ac:spMkLst>
            <pc:docMk/>
            <pc:sldMk cId="2475187984" sldId="256"/>
            <ac:spMk id="10" creationId="{827DC2C4-B485-428A-BF4A-472D2967F47F}"/>
          </ac:spMkLst>
        </pc:spChg>
        <pc:spChg chg="del">
          <ac:chgData name="Najat El ouafi" userId="de853e07ae128b6e" providerId="LiveId" clId="{4E7EEB76-965E-4D16-A9BF-12C2C671CE0D}" dt="2026-05-30T02:34:28.885" v="4" actId="26606"/>
          <ac:spMkLst>
            <pc:docMk/>
            <pc:sldMk cId="2475187984" sldId="256"/>
            <ac:spMk id="12" creationId="{EE04B5EB-F158-4507-90DD-BD23620C7CC9}"/>
          </ac:spMkLst>
        </pc:spChg>
        <pc:spChg chg="add">
          <ac:chgData name="Najat El ouafi" userId="de853e07ae128b6e" providerId="LiveId" clId="{4E7EEB76-965E-4D16-A9BF-12C2C671CE0D}" dt="2026-05-30T02:34:28.885" v="4" actId="26606"/>
          <ac:spMkLst>
            <pc:docMk/>
            <pc:sldMk cId="2475187984" sldId="256"/>
            <ac:spMk id="17" creationId="{71B2258F-86CA-4D4D-8270-BC05FCDEBFB3}"/>
          </ac:spMkLst>
        </pc:spChg>
        <pc:picChg chg="add mod">
          <ac:chgData name="Najat El ouafi" userId="de853e07ae128b6e" providerId="LiveId" clId="{4E7EEB76-965E-4D16-A9BF-12C2C671CE0D}" dt="2026-05-30T02:34:28.885" v="4" actId="26606"/>
          <ac:picMkLst>
            <pc:docMk/>
            <pc:sldMk cId="2475187984" sldId="256"/>
            <ac:picMk id="4" creationId="{AC524AAC-3099-6F3A-B02A-6FBC05844F83}"/>
          </ac:picMkLst>
        </pc:picChg>
        <pc:picChg chg="del">
          <ac:chgData name="Najat El ouafi" userId="de853e07ae128b6e" providerId="LiveId" clId="{4E7EEB76-965E-4D16-A9BF-12C2C671CE0D}" dt="2026-05-29T23:14:22.652" v="0"/>
          <ac:picMkLst>
            <pc:docMk/>
            <pc:sldMk cId="2475187984" sldId="256"/>
            <ac:picMk id="7" creationId="{9B43994F-89C9-D453-9305-7EE2A91C156D}"/>
          </ac:picMkLst>
        </pc:picChg>
      </pc:sldChg>
      <pc:sldChg chg="delSp modTransition modAnim">
        <pc:chgData name="Najat El ouafi" userId="de853e07ae128b6e" providerId="LiveId" clId="{4E7EEB76-965E-4D16-A9BF-12C2C671CE0D}" dt="2026-05-29T23:14:22.652" v="0"/>
        <pc:sldMkLst>
          <pc:docMk/>
          <pc:sldMk cId="216782850" sldId="257"/>
        </pc:sldMkLst>
        <pc:picChg chg="del">
          <ac:chgData name="Najat El ouafi" userId="de853e07ae128b6e" providerId="LiveId" clId="{4E7EEB76-965E-4D16-A9BF-12C2C671CE0D}" dt="2026-05-29T23:14:22.652" v="0"/>
          <ac:picMkLst>
            <pc:docMk/>
            <pc:sldMk cId="216782850" sldId="257"/>
            <ac:picMk id="8" creationId="{548789C0-DF2F-5F0D-498E-88A001485CF4}"/>
          </ac:picMkLst>
        </pc:picChg>
      </pc:sldChg>
      <pc:sldChg chg="delSp modTransition modAnim">
        <pc:chgData name="Najat El ouafi" userId="de853e07ae128b6e" providerId="LiveId" clId="{4E7EEB76-965E-4D16-A9BF-12C2C671CE0D}" dt="2026-05-29T23:14:22.652" v="0"/>
        <pc:sldMkLst>
          <pc:docMk/>
          <pc:sldMk cId="1273177641" sldId="259"/>
        </pc:sldMkLst>
        <pc:picChg chg="del">
          <ac:chgData name="Najat El ouafi" userId="de853e07ae128b6e" providerId="LiveId" clId="{4E7EEB76-965E-4D16-A9BF-12C2C671CE0D}" dt="2026-05-29T23:14:22.652" v="0"/>
          <ac:picMkLst>
            <pc:docMk/>
            <pc:sldMk cId="1273177641" sldId="259"/>
            <ac:picMk id="10" creationId="{4579CFEA-0AF3-6B0B-D618-8E40424F181C}"/>
          </ac:picMkLst>
        </pc:picChg>
      </pc:sldChg>
      <pc:sldChg chg="modTransition">
        <pc:chgData name="Najat El ouafi" userId="de853e07ae128b6e" providerId="LiveId" clId="{4E7EEB76-965E-4D16-A9BF-12C2C671CE0D}" dt="2026-05-29T23:14:22.652" v="0"/>
        <pc:sldMkLst>
          <pc:docMk/>
          <pc:sldMk cId="877295859" sldId="261"/>
        </pc:sldMkLst>
      </pc:sldChg>
      <pc:sldChg chg="delSp modTransition modAnim">
        <pc:chgData name="Najat El ouafi" userId="de853e07ae128b6e" providerId="LiveId" clId="{4E7EEB76-965E-4D16-A9BF-12C2C671CE0D}" dt="2026-05-29T23:14:22.652" v="0"/>
        <pc:sldMkLst>
          <pc:docMk/>
          <pc:sldMk cId="1389731666" sldId="264"/>
        </pc:sldMkLst>
        <pc:picChg chg="del">
          <ac:chgData name="Najat El ouafi" userId="de853e07ae128b6e" providerId="LiveId" clId="{4E7EEB76-965E-4D16-A9BF-12C2C671CE0D}" dt="2026-05-29T23:14:22.652" v="0"/>
          <ac:picMkLst>
            <pc:docMk/>
            <pc:sldMk cId="1389731666" sldId="264"/>
            <ac:picMk id="8" creationId="{DEDD3543-85A3-23AE-E746-A59882EE92AC}"/>
          </ac:picMkLst>
        </pc:picChg>
      </pc:sldChg>
      <pc:sldChg chg="delSp modTransition modAnim">
        <pc:chgData name="Najat El ouafi" userId="de853e07ae128b6e" providerId="LiveId" clId="{4E7EEB76-965E-4D16-A9BF-12C2C671CE0D}" dt="2026-05-29T23:14:22.652" v="0"/>
        <pc:sldMkLst>
          <pc:docMk/>
          <pc:sldMk cId="3718009897" sldId="269"/>
        </pc:sldMkLst>
        <pc:picChg chg="del">
          <ac:chgData name="Najat El ouafi" userId="de853e07ae128b6e" providerId="LiveId" clId="{4E7EEB76-965E-4D16-A9BF-12C2C671CE0D}" dt="2026-05-29T23:14:22.652" v="0"/>
          <ac:picMkLst>
            <pc:docMk/>
            <pc:sldMk cId="3718009897" sldId="269"/>
            <ac:picMk id="10" creationId="{1304069A-0B1A-AD4B-60B4-7EE79CB8EA98}"/>
          </ac:picMkLst>
        </pc:picChg>
      </pc:sldChg>
      <pc:sldChg chg="delSp modTransition modAnim">
        <pc:chgData name="Najat El ouafi" userId="de853e07ae128b6e" providerId="LiveId" clId="{4E7EEB76-965E-4D16-A9BF-12C2C671CE0D}" dt="2026-05-29T23:14:22.652" v="0"/>
        <pc:sldMkLst>
          <pc:docMk/>
          <pc:sldMk cId="1734486401" sldId="272"/>
        </pc:sldMkLst>
        <pc:picChg chg="del">
          <ac:chgData name="Najat El ouafi" userId="de853e07ae128b6e" providerId="LiveId" clId="{4E7EEB76-965E-4D16-A9BF-12C2C671CE0D}" dt="2026-05-29T23:14:22.652" v="0"/>
          <ac:picMkLst>
            <pc:docMk/>
            <pc:sldMk cId="1734486401" sldId="272"/>
            <ac:picMk id="9" creationId="{524FDC4C-521C-1EAC-BB56-CCB9F9E75E70}"/>
          </ac:picMkLst>
        </pc:picChg>
      </pc:sldChg>
      <pc:sldChg chg="delSp modTransition modAnim">
        <pc:chgData name="Najat El ouafi" userId="de853e07ae128b6e" providerId="LiveId" clId="{4E7EEB76-965E-4D16-A9BF-12C2C671CE0D}" dt="2026-05-29T23:14:22.652" v="0"/>
        <pc:sldMkLst>
          <pc:docMk/>
          <pc:sldMk cId="3553119599" sldId="273"/>
        </pc:sldMkLst>
        <pc:picChg chg="del">
          <ac:chgData name="Najat El ouafi" userId="de853e07ae128b6e" providerId="LiveId" clId="{4E7EEB76-965E-4D16-A9BF-12C2C671CE0D}" dt="2026-05-29T23:14:22.652" v="0"/>
          <ac:picMkLst>
            <pc:docMk/>
            <pc:sldMk cId="3553119599" sldId="273"/>
            <ac:picMk id="22" creationId="{99E77A15-6BAF-1B16-8CDA-F7F7109FAB20}"/>
          </ac:picMkLst>
        </pc:picChg>
      </pc:sldChg>
      <pc:sldChg chg="delSp modTransition modAnim">
        <pc:chgData name="Najat El ouafi" userId="de853e07ae128b6e" providerId="LiveId" clId="{4E7EEB76-965E-4D16-A9BF-12C2C671CE0D}" dt="2026-05-29T23:14:22.652" v="0"/>
        <pc:sldMkLst>
          <pc:docMk/>
          <pc:sldMk cId="1013230872" sldId="274"/>
        </pc:sldMkLst>
        <pc:picChg chg="del">
          <ac:chgData name="Najat El ouafi" userId="de853e07ae128b6e" providerId="LiveId" clId="{4E7EEB76-965E-4D16-A9BF-12C2C671CE0D}" dt="2026-05-29T23:14:22.652" v="0"/>
          <ac:picMkLst>
            <pc:docMk/>
            <pc:sldMk cId="1013230872" sldId="274"/>
            <ac:picMk id="7" creationId="{4DDC9C69-828E-C191-48A7-68A351C5F234}"/>
          </ac:picMkLst>
        </pc:picChg>
      </pc:sldChg>
      <pc:sldChg chg="delSp modTransition modAnim">
        <pc:chgData name="Najat El ouafi" userId="de853e07ae128b6e" providerId="LiveId" clId="{4E7EEB76-965E-4D16-A9BF-12C2C671CE0D}" dt="2026-05-29T23:14:22.652" v="0"/>
        <pc:sldMkLst>
          <pc:docMk/>
          <pc:sldMk cId="1988058925" sldId="275"/>
        </pc:sldMkLst>
        <pc:picChg chg="del">
          <ac:chgData name="Najat El ouafi" userId="de853e07ae128b6e" providerId="LiveId" clId="{4E7EEB76-965E-4D16-A9BF-12C2C671CE0D}" dt="2026-05-29T23:14:22.652" v="0"/>
          <ac:picMkLst>
            <pc:docMk/>
            <pc:sldMk cId="1988058925" sldId="275"/>
            <ac:picMk id="7" creationId="{E131C808-2B99-C26D-ABC0-2690DD443362}"/>
          </ac:picMkLst>
        </pc:picChg>
      </pc:sldChg>
      <pc:sldChg chg="delSp modTransition modAnim">
        <pc:chgData name="Najat El ouafi" userId="de853e07ae128b6e" providerId="LiveId" clId="{4E7EEB76-965E-4D16-A9BF-12C2C671CE0D}" dt="2026-05-29T23:14:22.652" v="0"/>
        <pc:sldMkLst>
          <pc:docMk/>
          <pc:sldMk cId="2527714442" sldId="277"/>
        </pc:sldMkLst>
        <pc:picChg chg="del">
          <ac:chgData name="Najat El ouafi" userId="de853e07ae128b6e" providerId="LiveId" clId="{4E7EEB76-965E-4D16-A9BF-12C2C671CE0D}" dt="2026-05-29T23:14:22.652" v="0"/>
          <ac:picMkLst>
            <pc:docMk/>
            <pc:sldMk cId="2527714442" sldId="277"/>
            <ac:picMk id="23" creationId="{B39CB209-378D-0DD2-7DD9-3C4CC854ED45}"/>
          </ac:picMkLst>
        </pc:picChg>
      </pc:sldChg>
      <pc:sldChg chg="delSp modTransition modAnim">
        <pc:chgData name="Najat El ouafi" userId="de853e07ae128b6e" providerId="LiveId" clId="{4E7EEB76-965E-4D16-A9BF-12C2C671CE0D}" dt="2026-05-29T23:14:22.652" v="0"/>
        <pc:sldMkLst>
          <pc:docMk/>
          <pc:sldMk cId="1152128445" sldId="279"/>
        </pc:sldMkLst>
        <pc:picChg chg="del">
          <ac:chgData name="Najat El ouafi" userId="de853e07ae128b6e" providerId="LiveId" clId="{4E7EEB76-965E-4D16-A9BF-12C2C671CE0D}" dt="2026-05-29T23:14:22.652" v="0"/>
          <ac:picMkLst>
            <pc:docMk/>
            <pc:sldMk cId="1152128445" sldId="279"/>
            <ac:picMk id="9" creationId="{C76068CA-151A-BBC1-C819-58619A9C8F18}"/>
          </ac:picMkLst>
        </pc:picChg>
      </pc:sldChg>
      <pc:sldChg chg="delSp modTransition modAnim">
        <pc:chgData name="Najat El ouafi" userId="de853e07ae128b6e" providerId="LiveId" clId="{4E7EEB76-965E-4D16-A9BF-12C2C671CE0D}" dt="2026-05-29T23:14:22.652" v="0"/>
        <pc:sldMkLst>
          <pc:docMk/>
          <pc:sldMk cId="2628226085" sldId="280"/>
        </pc:sldMkLst>
        <pc:picChg chg="del">
          <ac:chgData name="Najat El ouafi" userId="de853e07ae128b6e" providerId="LiveId" clId="{4E7EEB76-965E-4D16-A9BF-12C2C671CE0D}" dt="2026-05-29T23:14:22.652" v="0"/>
          <ac:picMkLst>
            <pc:docMk/>
            <pc:sldMk cId="2628226085" sldId="280"/>
            <ac:picMk id="11" creationId="{B7DA3601-48D8-2348-11E8-6486E74EBEF7}"/>
          </ac:picMkLst>
        </pc:picChg>
      </pc:sldChg>
      <pc:sldChg chg="delSp modTransition modAnim">
        <pc:chgData name="Najat El ouafi" userId="de853e07ae128b6e" providerId="LiveId" clId="{4E7EEB76-965E-4D16-A9BF-12C2C671CE0D}" dt="2026-05-29T23:14:22.652" v="0"/>
        <pc:sldMkLst>
          <pc:docMk/>
          <pc:sldMk cId="1016383420" sldId="282"/>
        </pc:sldMkLst>
        <pc:picChg chg="del">
          <ac:chgData name="Najat El ouafi" userId="de853e07ae128b6e" providerId="LiveId" clId="{4E7EEB76-965E-4D16-A9BF-12C2C671CE0D}" dt="2026-05-29T23:14:22.652" v="0"/>
          <ac:picMkLst>
            <pc:docMk/>
            <pc:sldMk cId="1016383420" sldId="282"/>
            <ac:picMk id="18" creationId="{272A0691-3C2A-7481-8E56-ADD8E44A9E32}"/>
          </ac:picMkLst>
        </pc:picChg>
      </pc:sldChg>
      <pc:sldChg chg="delSp modTransition modAnim">
        <pc:chgData name="Najat El ouafi" userId="de853e07ae128b6e" providerId="LiveId" clId="{4E7EEB76-965E-4D16-A9BF-12C2C671CE0D}" dt="2026-05-29T23:14:22.652" v="0"/>
        <pc:sldMkLst>
          <pc:docMk/>
          <pc:sldMk cId="1107348677" sldId="283"/>
        </pc:sldMkLst>
        <pc:picChg chg="del">
          <ac:chgData name="Najat El ouafi" userId="de853e07ae128b6e" providerId="LiveId" clId="{4E7EEB76-965E-4D16-A9BF-12C2C671CE0D}" dt="2026-05-29T23:14:22.652" v="0"/>
          <ac:picMkLst>
            <pc:docMk/>
            <pc:sldMk cId="1107348677" sldId="283"/>
            <ac:picMk id="11" creationId="{EBC06A5E-7E44-7597-EAB2-6D27A171843A}"/>
          </ac:picMkLst>
        </pc:picChg>
      </pc:sldChg>
      <pc:sldChg chg="delSp modTransition modAnim">
        <pc:chgData name="Najat El ouafi" userId="de853e07ae128b6e" providerId="LiveId" clId="{4E7EEB76-965E-4D16-A9BF-12C2C671CE0D}" dt="2026-05-29T23:14:22.652" v="0"/>
        <pc:sldMkLst>
          <pc:docMk/>
          <pc:sldMk cId="644898417" sldId="284"/>
        </pc:sldMkLst>
        <pc:picChg chg="del">
          <ac:chgData name="Najat El ouafi" userId="de853e07ae128b6e" providerId="LiveId" clId="{4E7EEB76-965E-4D16-A9BF-12C2C671CE0D}" dt="2026-05-29T23:14:22.652" v="0"/>
          <ac:picMkLst>
            <pc:docMk/>
            <pc:sldMk cId="644898417" sldId="284"/>
            <ac:picMk id="14" creationId="{187A578E-F39A-115A-F79D-EF6E8761A68C}"/>
          </ac:picMkLst>
        </pc:picChg>
      </pc:sldChg>
      <pc:sldChg chg="delSp modTransition modAnim">
        <pc:chgData name="Najat El ouafi" userId="de853e07ae128b6e" providerId="LiveId" clId="{4E7EEB76-965E-4D16-A9BF-12C2C671CE0D}" dt="2026-05-29T23:14:22.652" v="0"/>
        <pc:sldMkLst>
          <pc:docMk/>
          <pc:sldMk cId="1072655185" sldId="285"/>
        </pc:sldMkLst>
        <pc:picChg chg="del">
          <ac:chgData name="Najat El ouafi" userId="de853e07ae128b6e" providerId="LiveId" clId="{4E7EEB76-965E-4D16-A9BF-12C2C671CE0D}" dt="2026-05-29T23:14:22.652" v="0"/>
          <ac:picMkLst>
            <pc:docMk/>
            <pc:sldMk cId="1072655185" sldId="285"/>
            <ac:picMk id="9" creationId="{554428C9-814D-8BB6-827D-B0C9AC58E6E5}"/>
          </ac:picMkLst>
        </pc:picChg>
      </pc:sldChg>
      <pc:sldChg chg="modTransition">
        <pc:chgData name="Najat El ouafi" userId="de853e07ae128b6e" providerId="LiveId" clId="{4E7EEB76-965E-4D16-A9BF-12C2C671CE0D}" dt="2026-05-29T23:14:22.652" v="0"/>
        <pc:sldMkLst>
          <pc:docMk/>
          <pc:sldMk cId="2515549295" sldId="28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de853e07ae128b6e/Desktop/Bootcamp/Capstone/diabetic_final_clean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de853e07ae128b6e/Desktop/Bootcamp/Capstone/diabetic_final_clean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de853e07ae128b6e/Desktop/Bootcamp/Capstone/diabetic_final_clean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de853e07ae128b6e/Desktop/Bootcamp/Capstone/diabetic_final_cleaned.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[diabetic_final_cleaned.xlsx]Race Distribution Chart!PivotTable2</c:name>
    <c:fmtId val="8"/>
  </c:pivotSource>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sz="1400" b="0" i="0" u="none" strike="noStrike" baseline="0">
                <a:solidFill>
                  <a:sysClr val="windowText" lastClr="000000"/>
                </a:solidFill>
                <a:effectLst/>
              </a:rPr>
              <a:t>Race Distribution Chart</a:t>
            </a:r>
            <a:endParaRPr lang="en-US">
              <a:solidFill>
                <a:sysClr val="windowText" lastClr="000000"/>
              </a:solidFill>
            </a:endParaRPr>
          </a:p>
        </c:rich>
      </c:tx>
      <c:layout>
        <c:manualLayout>
          <c:xMode val="edge"/>
          <c:yMode val="edge"/>
          <c:x val="0.38907004830917874"/>
          <c:y val="4.497310932809368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6931321084864391E-2"/>
          <c:y val="0.14853536941816223"/>
          <c:w val="0.89004136711171977"/>
          <c:h val="0.77449988343775311"/>
        </c:manualLayout>
      </c:layout>
      <c:barChart>
        <c:barDir val="col"/>
        <c:grouping val="clustered"/>
        <c:varyColors val="0"/>
        <c:ser>
          <c:idx val="0"/>
          <c:order val="0"/>
          <c:tx>
            <c:strRef>
              <c:f>'Race Distribution Chart'!$B$3</c:f>
              <c:strCache>
                <c:ptCount val="1"/>
                <c:pt idx="0">
                  <c:v>Total</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'Race Distribution Chart'!$A$4:$A$10</c:f>
              <c:strCache>
                <c:ptCount val="6"/>
                <c:pt idx="0">
                  <c:v>Caucasian</c:v>
                </c:pt>
                <c:pt idx="1">
                  <c:v>African American</c:v>
                </c:pt>
                <c:pt idx="2">
                  <c:v>Unknown</c:v>
                </c:pt>
                <c:pt idx="3">
                  <c:v>Hispanic</c:v>
                </c:pt>
                <c:pt idx="4">
                  <c:v>Other</c:v>
                </c:pt>
                <c:pt idx="5">
                  <c:v>Asian</c:v>
                </c:pt>
              </c:strCache>
            </c:strRef>
          </c:cat>
          <c:val>
            <c:numRef>
              <c:f>'Race Distribution Chart'!$B$4:$B$10</c:f>
              <c:numCache>
                <c:formatCode>General</c:formatCode>
                <c:ptCount val="6"/>
                <c:pt idx="0">
                  <c:v>76099</c:v>
                </c:pt>
                <c:pt idx="1">
                  <c:v>19210</c:v>
                </c:pt>
                <c:pt idx="2">
                  <c:v>2273</c:v>
                </c:pt>
                <c:pt idx="3">
                  <c:v>2037</c:v>
                </c:pt>
                <c:pt idx="4">
                  <c:v>1506</c:v>
                </c:pt>
                <c:pt idx="5">
                  <c:v>641</c:v>
                </c:pt>
              </c:numCache>
            </c:numRef>
          </c:val>
          <c:extLst>
            <c:ext xmlns:c16="http://schemas.microsoft.com/office/drawing/2014/chart" uri="{C3380CC4-5D6E-409C-BE32-E72D297353CC}">
              <c16:uniqueId val="{00000000-859D-4B68-87C4-3AD0FDEEFBF8}"/>
            </c:ext>
          </c:extLst>
        </c:ser>
        <c:dLbls>
          <c:showLegendKey val="0"/>
          <c:showVal val="0"/>
          <c:showCatName val="0"/>
          <c:showSerName val="0"/>
          <c:showPercent val="0"/>
          <c:showBubbleSize val="0"/>
        </c:dLbls>
        <c:gapWidth val="219"/>
        <c:overlap val="-27"/>
        <c:axId val="120238751"/>
        <c:axId val="120241631"/>
      </c:barChart>
      <c:catAx>
        <c:axId val="120238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20241631"/>
        <c:crosses val="autoZero"/>
        <c:auto val="1"/>
        <c:lblAlgn val="ctr"/>
        <c:lblOffset val="100"/>
        <c:noMultiLvlLbl val="0"/>
      </c:catAx>
      <c:valAx>
        <c:axId val="120241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2387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[diabetic_final_cleaned.xlsx]Sheet2!PivotTable2</c:name>
    <c:fmtId val="10"/>
  </c:pivotSource>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b="1">
                <a:solidFill>
                  <a:schemeClr val="tx1"/>
                </a:solidFill>
              </a:rPr>
              <a:t>Admission Distribution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Sheet2!$A$4:$A$12</c:f>
              <c:strCache>
                <c:ptCount val="8"/>
                <c:pt idx="0">
                  <c:v>Emergency</c:v>
                </c:pt>
                <c:pt idx="1">
                  <c:v>Elective</c:v>
                </c:pt>
                <c:pt idx="2">
                  <c:v>Urgent</c:v>
                </c:pt>
                <c:pt idx="3">
                  <c:v>Unknown</c:v>
                </c:pt>
                <c:pt idx="4">
                  <c:v>Not Available</c:v>
                </c:pt>
                <c:pt idx="5">
                  <c:v>Not Mapped</c:v>
                </c:pt>
                <c:pt idx="6">
                  <c:v>Trauma Center</c:v>
                </c:pt>
                <c:pt idx="7">
                  <c:v>Newborn</c:v>
                </c:pt>
              </c:strCache>
            </c:strRef>
          </c:cat>
          <c:val>
            <c:numRef>
              <c:f>Sheet2!$B$4:$B$12</c:f>
              <c:numCache>
                <c:formatCode>0.00%</c:formatCode>
                <c:ptCount val="8"/>
                <c:pt idx="0">
                  <c:v>0.53053082561955855</c:v>
                </c:pt>
                <c:pt idx="1">
                  <c:v>0.18541556118939528</c:v>
                </c:pt>
                <c:pt idx="2">
                  <c:v>0.18159306644655385</c:v>
                </c:pt>
                <c:pt idx="3">
                  <c:v>5.1991824381424051E-2</c:v>
                </c:pt>
                <c:pt idx="4">
                  <c:v>4.7019633276339838E-2</c:v>
                </c:pt>
                <c:pt idx="5">
                  <c:v>3.1444686830572098E-3</c:v>
                </c:pt>
                <c:pt idx="6">
                  <c:v>2.063557573256294E-4</c:v>
                </c:pt>
                <c:pt idx="7">
                  <c:v>9.8264646345537808E-5</c:v>
                </c:pt>
              </c:numCache>
            </c:numRef>
          </c:val>
          <c:extLst>
            <c:ext xmlns:c16="http://schemas.microsoft.com/office/drawing/2014/chart" uri="{C3380CC4-5D6E-409C-BE32-E72D297353CC}">
              <c16:uniqueId val="{00000000-B2C7-444A-BEB5-7B60779E2020}"/>
            </c:ext>
          </c:extLst>
        </c:ser>
        <c:dLbls>
          <c:dLblPos val="outEnd"/>
          <c:showLegendKey val="0"/>
          <c:showVal val="1"/>
          <c:showCatName val="0"/>
          <c:showSerName val="0"/>
          <c:showPercent val="0"/>
          <c:showBubbleSize val="0"/>
        </c:dLbls>
        <c:gapWidth val="219"/>
        <c:overlap val="-27"/>
        <c:axId val="1596675408"/>
        <c:axId val="1596673968"/>
      </c:barChart>
      <c:catAx>
        <c:axId val="1596675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596673968"/>
        <c:crosses val="autoZero"/>
        <c:auto val="1"/>
        <c:lblAlgn val="ctr"/>
        <c:lblOffset val="100"/>
        <c:noMultiLvlLbl val="0"/>
      </c:catAx>
      <c:valAx>
        <c:axId val="1596673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159667540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[diabetic_final_cleaned.xlsx]Sheet4!PivotTable1</c:name>
    <c:fmtId val="23"/>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baseline="0"/>
              <a:t>Medication Change</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a:outerShdw blurRad="254000" sx="102000" sy="102000" algn="ctr" rotWithShape="0">
              <a:prstClr val="black">
                <a:alpha val="20000"/>
              </a:prstClr>
            </a:outerShdw>
          </a:effectLst>
          <a:sp3d/>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extLst>
        </c:dLbl>
      </c:pivotFmt>
      <c:pivotFmt>
        <c:idx val="1"/>
        <c:dLbl>
          <c:idx val="0"/>
          <c:dLblPos val="ctr"/>
          <c:showLegendKey val="0"/>
          <c:showVal val="1"/>
          <c:showCatName val="0"/>
          <c:showSerName val="0"/>
          <c:showPercent val="1"/>
          <c:showBubbleSize val="0"/>
          <c:extLst>
            <c:ext xmlns:c15="http://schemas.microsoft.com/office/drawing/2012/chart" uri="{CE6537A1-D6FC-4f65-9D91-7224C49458BB}"/>
          </c:extLst>
        </c:dLbl>
      </c:pivotFmt>
      <c:pivotFmt>
        <c:idx val="2"/>
        <c:dLbl>
          <c:idx val="0"/>
          <c:dLblPos val="ctr"/>
          <c:showLegendKey val="0"/>
          <c:showVal val="1"/>
          <c:showCatName val="0"/>
          <c:showSerName val="0"/>
          <c:showPercent val="1"/>
          <c:showBubbleSize val="0"/>
          <c:extLst>
            <c:ext xmlns:c15="http://schemas.microsoft.com/office/drawing/2012/chart" uri="{CE6537A1-D6FC-4f65-9D91-7224C49458BB}"/>
          </c:extLst>
        </c:dLbl>
      </c:pivotFmt>
      <c:pivotFmt>
        <c:idx val="3"/>
        <c:spPr>
          <a:solidFill>
            <a:schemeClr val="accent4"/>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DB1A0DF-59EB-4592-A077-48B00EEBB539}" type="VALUE">
                  <a:rPr lang="en-US"/>
                  <a:pPr>
                    <a:defRPr sz="1000" b="1" i="0" u="none" strike="noStrike" kern="1200" baseline="0">
                      <a:solidFill>
                        <a:schemeClr val="lt1"/>
                      </a:solidFill>
                      <a:latin typeface="+mn-lt"/>
                      <a:ea typeface="+mn-ea"/>
                      <a:cs typeface="+mn-cs"/>
                    </a:defRPr>
                  </a:pPr>
                  <a:t>[VALUE]</a:t>
                </a:fld>
                <a:r>
                  <a:rPr lang="en-US" baseline="0"/>
                  <a:t> </a:t>
                </a:r>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4"/>
        <c:spPr>
          <a:solidFill>
            <a:schemeClr val="accent2"/>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3551A6F-6947-4EBA-B66D-3B790315DA2E}" type="VALUE">
                  <a:rPr lang="en-US"/>
                  <a:pPr>
                    <a:defRPr sz="1000" b="1" i="0" u="none" strike="noStrike" kern="1200" baseline="0">
                      <a:solidFill>
                        <a:schemeClr val="lt1"/>
                      </a:solidFill>
                      <a:latin typeface="+mn-lt"/>
                      <a:ea typeface="+mn-ea"/>
                      <a:cs typeface="+mn-cs"/>
                    </a:defRPr>
                  </a:pPr>
                  <a:t>[VALUE]</a:t>
                </a:fld>
                <a:endParaRPr lang="en-US"/>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5"/>
        <c:spPr>
          <a:solidFill>
            <a:schemeClr val="accent2"/>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extLst>
        </c:dLbl>
      </c:pivotFmt>
      <c:pivotFmt>
        <c:idx val="6"/>
        <c:spPr>
          <a:solidFill>
            <a:schemeClr val="accent2"/>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3551A6F-6947-4EBA-B66D-3B790315DA2E}" type="VALUE">
                  <a:rPr lang="en-US"/>
                  <a:pPr>
                    <a:defRPr sz="1000" b="1" i="0" u="none" strike="noStrike" kern="1200" baseline="0">
                      <a:solidFill>
                        <a:schemeClr val="lt1"/>
                      </a:solidFill>
                      <a:latin typeface="+mn-lt"/>
                      <a:ea typeface="+mn-ea"/>
                      <a:cs typeface="+mn-cs"/>
                    </a:defRPr>
                  </a:pPr>
                  <a:t>[VALUE]</a:t>
                </a:fld>
                <a:endParaRPr lang="en-US"/>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2"/>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DB1A0DF-59EB-4592-A077-48B00EEBB539}" type="VALUE">
                  <a:rPr lang="en-US"/>
                  <a:pPr>
                    <a:defRPr sz="1000" b="1" i="0" u="none" strike="noStrike" kern="1200" baseline="0">
                      <a:solidFill>
                        <a:schemeClr val="lt1"/>
                      </a:solidFill>
                      <a:latin typeface="+mn-lt"/>
                      <a:ea typeface="+mn-ea"/>
                      <a:cs typeface="+mn-cs"/>
                    </a:defRPr>
                  </a:pPr>
                  <a:t>[VALUE]</a:t>
                </a:fld>
                <a:r>
                  <a:rPr lang="en-US" baseline="0"/>
                  <a:t> </a:t>
                </a:r>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8"/>
        <c:spPr>
          <a:solidFill>
            <a:schemeClr val="accent2"/>
          </a:solidFill>
          <a:ln>
            <a:noFill/>
          </a:ln>
          <a:effectLst>
            <a:outerShdw blurRad="254000" sx="102000" sy="102000" algn="ctr" rotWithShape="0">
              <a:prstClr val="black">
                <a:alpha val="20000"/>
              </a:prstClr>
            </a:outerShdw>
          </a:effectLst>
          <a:sp3d/>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extLst>
        </c:dLbl>
      </c:pivotFmt>
      <c:pivotFmt>
        <c:idx val="9"/>
        <c:spPr>
          <a:solidFill>
            <a:schemeClr val="accent2"/>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3551A6F-6947-4EBA-B66D-3B790315DA2E}" type="VALUE">
                  <a:rPr lang="en-US"/>
                  <a:pPr>
                    <a:defRPr sz="1000" b="1" i="0" u="none" strike="noStrike" kern="1200" baseline="0">
                      <a:solidFill>
                        <a:schemeClr val="lt1"/>
                      </a:solidFill>
                      <a:latin typeface="+mn-lt"/>
                      <a:ea typeface="+mn-ea"/>
                      <a:cs typeface="+mn-cs"/>
                    </a:defRPr>
                  </a:pPr>
                  <a:t>[VALUE]</a:t>
                </a:fld>
                <a:endParaRPr lang="en-US"/>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2"/>
          </a:solidFill>
          <a:ln>
            <a:noFill/>
          </a:ln>
          <a:effectLst>
            <a:outerShdw blurRad="254000" sx="102000" sy="102000" algn="ctr" rotWithShape="0">
              <a:prstClr val="black">
                <a:alpha val="20000"/>
              </a:prstClr>
            </a:outerShdw>
          </a:effectLst>
          <a:sp3d/>
        </c:spPr>
        <c:dLbl>
          <c:idx val="0"/>
          <c:tx>
            <c:rich>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fld id="{ADB1A0DF-59EB-4592-A077-48B00EEBB539}" type="VALUE">
                  <a:rPr lang="en-US"/>
                  <a:pPr>
                    <a:defRPr sz="1000" b="1" i="0" u="none" strike="noStrike" kern="1200" baseline="0">
                      <a:solidFill>
                        <a:schemeClr val="lt1"/>
                      </a:solidFill>
                      <a:latin typeface="+mn-lt"/>
                      <a:ea typeface="+mn-ea"/>
                      <a:cs typeface="+mn-cs"/>
                    </a:defRPr>
                  </a:pPr>
                  <a:t>[VALUE]</a:t>
                </a:fld>
                <a:r>
                  <a:rPr lang="en-US" baseline="0"/>
                  <a:t> </a:t>
                </a:r>
              </a:p>
            </c:rich>
          </c:tx>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Lst>
        </c:dLbl>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Sheet4!$B$3</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59E0-4BFA-92A3-52BEC5535D90}"/>
              </c:ext>
            </c:extLst>
          </c:dPt>
          <c:dPt>
            <c:idx val="1"/>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59E0-4BFA-92A3-52BEC5535D90}"/>
              </c:ext>
            </c:extLst>
          </c:dPt>
          <c:dLbls>
            <c:dLbl>
              <c:idx val="0"/>
              <c:tx>
                <c:rich>
                  <a:bodyPr/>
                  <a:lstStyle/>
                  <a:p>
                    <a:fld id="{A3551A6F-6947-4EBA-B66D-3B790315DA2E}" type="VALUE">
                      <a:rPr lang="en-US"/>
                      <a:pPr/>
                      <a:t>[VALUE]</a:t>
                    </a:fld>
                    <a:endParaRPr lang="en-US"/>
                  </a:p>
                </c:rich>
              </c:tx>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9E0-4BFA-92A3-52BEC5535D90}"/>
                </c:ext>
              </c:extLst>
            </c:dLbl>
            <c:dLbl>
              <c:idx val="1"/>
              <c:tx>
                <c:rich>
                  <a:bodyPr/>
                  <a:lstStyle/>
                  <a:p>
                    <a:fld id="{ADB1A0DF-59EB-4592-A077-48B00EEBB539}" type="VALUE">
                      <a:rPr lang="en-US"/>
                      <a:pPr/>
                      <a:t>[VALUE]</a:t>
                    </a:fld>
                    <a:r>
                      <a:rPr lang="en-US" baseline="0"/>
                      <a:t> </a:t>
                    </a:r>
                  </a:p>
                </c:rich>
              </c:tx>
              <c:dLblPos val="ctr"/>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9E0-4BFA-92A3-52BEC5535D90}"/>
                </c:ext>
              </c:extLst>
            </c:dLbl>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Sheet4!$A$4:$A$6</c:f>
              <c:strCache>
                <c:ptCount val="2"/>
                <c:pt idx="0">
                  <c:v>Ch</c:v>
                </c:pt>
                <c:pt idx="1">
                  <c:v>No</c:v>
                </c:pt>
              </c:strCache>
            </c:strRef>
          </c:cat>
          <c:val>
            <c:numRef>
              <c:f>Sheet4!$B$4:$B$6</c:f>
              <c:numCache>
                <c:formatCode>0.00%</c:formatCode>
                <c:ptCount val="2"/>
                <c:pt idx="0">
                  <c:v>0.46195192893500775</c:v>
                </c:pt>
                <c:pt idx="1">
                  <c:v>0.53804807106499219</c:v>
                </c:pt>
              </c:numCache>
            </c:numRef>
          </c:val>
          <c:extLst>
            <c:ext xmlns:c16="http://schemas.microsoft.com/office/drawing/2014/chart" uri="{C3380CC4-5D6E-409C-BE32-E72D297353CC}">
              <c16:uniqueId val="{00000004-299E-4904-BDFD-C145142BDA24}"/>
            </c:ext>
          </c:extLst>
        </c:ser>
        <c:dLbls>
          <c:dLblPos val="ctr"/>
          <c:showLegendKey val="0"/>
          <c:showVal val="1"/>
          <c:showCatName val="0"/>
          <c:showSerName val="0"/>
          <c:showPercent val="0"/>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[diabetic_final_cleaned.xlsx]Readmission!PivotTable1</c:name>
    <c:fmtId val="6"/>
  </c:pivotSource>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i="0" u="none" strike="noStrike" baseline="0">
                <a:solidFill>
                  <a:sysClr val="windowText" lastClr="000000"/>
                </a:solidFill>
                <a:effectLst/>
              </a:rPr>
              <a:t>Readmissions by Gender &amp; Age group</a:t>
            </a:r>
            <a:endParaRPr lang="en-US" sz="2000" b="1">
              <a:solidFill>
                <a:sysClr val="windowText" lastClr="000000"/>
              </a:solidFill>
            </a:endParaRPr>
          </a:p>
        </c:rich>
      </c:tx>
      <c:layout>
        <c:manualLayout>
          <c:xMode val="edge"/>
          <c:yMode val="edge"/>
          <c:x val="0.27841422547177491"/>
          <c:y val="2.2048998751736146E-2"/>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1122142340903042E-2"/>
          <c:y val="0.22600223720529544"/>
          <c:w val="0.89582284018317593"/>
          <c:h val="0.65419217769299742"/>
        </c:manualLayout>
      </c:layout>
      <c:barChart>
        <c:barDir val="col"/>
        <c:grouping val="clustered"/>
        <c:varyColors val="0"/>
        <c:ser>
          <c:idx val="0"/>
          <c:order val="0"/>
          <c:tx>
            <c:strRef>
              <c:f>Readmission!$B$3:$B$4</c:f>
              <c:strCache>
                <c:ptCount val="1"/>
                <c:pt idx="0">
                  <c:v>Female</c:v>
                </c:pt>
              </c:strCache>
            </c:strRef>
          </c:tx>
          <c:spPr>
            <a:solidFill>
              <a:schemeClr val="accent2"/>
            </a:solidFill>
            <a:ln>
              <a:noFill/>
            </a:ln>
            <a:effectLst/>
          </c:spPr>
          <c:invertIfNegative val="0"/>
          <c:cat>
            <c:strRef>
              <c:f>Readmission!$A$5:$A$15</c:f>
              <c:strCache>
                <c:ptCount val="10"/>
                <c:pt idx="0">
                  <c:v>[0-10)</c:v>
                </c:pt>
                <c:pt idx="1">
                  <c:v>[10-20)</c:v>
                </c:pt>
                <c:pt idx="2">
                  <c:v>[20-30)</c:v>
                </c:pt>
                <c:pt idx="3">
                  <c:v>[30-40)</c:v>
                </c:pt>
                <c:pt idx="4">
                  <c:v>[40-50)</c:v>
                </c:pt>
                <c:pt idx="5">
                  <c:v>[50-60)</c:v>
                </c:pt>
                <c:pt idx="6">
                  <c:v>[60-70)</c:v>
                </c:pt>
                <c:pt idx="7">
                  <c:v>[70-80)</c:v>
                </c:pt>
                <c:pt idx="8">
                  <c:v>[80-90)</c:v>
                </c:pt>
                <c:pt idx="9">
                  <c:v>[90-100)</c:v>
                </c:pt>
              </c:strCache>
            </c:strRef>
          </c:cat>
          <c:val>
            <c:numRef>
              <c:f>Readmission!$B$5:$B$15</c:f>
              <c:numCache>
                <c:formatCode>General</c:formatCode>
                <c:ptCount val="10"/>
                <c:pt idx="0">
                  <c:v>14</c:v>
                </c:pt>
                <c:pt idx="1">
                  <c:v>171</c:v>
                </c:pt>
                <c:pt idx="2">
                  <c:v>523</c:v>
                </c:pt>
                <c:pt idx="3">
                  <c:v>889</c:v>
                </c:pt>
                <c:pt idx="4">
                  <c:v>2196</c:v>
                </c:pt>
                <c:pt idx="5">
                  <c:v>3956</c:v>
                </c:pt>
                <c:pt idx="6">
                  <c:v>5218</c:v>
                </c:pt>
                <c:pt idx="7">
                  <c:v>6743</c:v>
                </c:pt>
                <c:pt idx="8">
                  <c:v>5137</c:v>
                </c:pt>
                <c:pt idx="9">
                  <c:v>823</c:v>
                </c:pt>
              </c:numCache>
            </c:numRef>
          </c:val>
          <c:extLst>
            <c:ext xmlns:c16="http://schemas.microsoft.com/office/drawing/2014/chart" uri="{C3380CC4-5D6E-409C-BE32-E72D297353CC}">
              <c16:uniqueId val="{00000000-C99C-4BB9-98BA-3F53DDFC8C8F}"/>
            </c:ext>
          </c:extLst>
        </c:ser>
        <c:ser>
          <c:idx val="1"/>
          <c:order val="1"/>
          <c:tx>
            <c:strRef>
              <c:f>Readmission!$C$3:$C$4</c:f>
              <c:strCache>
                <c:ptCount val="1"/>
                <c:pt idx="0">
                  <c:v>Male</c:v>
                </c:pt>
              </c:strCache>
            </c:strRef>
          </c:tx>
          <c:spPr>
            <a:solidFill>
              <a:schemeClr val="accent4"/>
            </a:solidFill>
            <a:ln>
              <a:noFill/>
            </a:ln>
            <a:effectLst/>
          </c:spPr>
          <c:invertIfNegative val="0"/>
          <c:cat>
            <c:strRef>
              <c:f>Readmission!$A$5:$A$15</c:f>
              <c:strCache>
                <c:ptCount val="10"/>
                <c:pt idx="0">
                  <c:v>[0-10)</c:v>
                </c:pt>
                <c:pt idx="1">
                  <c:v>[10-20)</c:v>
                </c:pt>
                <c:pt idx="2">
                  <c:v>[20-30)</c:v>
                </c:pt>
                <c:pt idx="3">
                  <c:v>[30-40)</c:v>
                </c:pt>
                <c:pt idx="4">
                  <c:v>[40-50)</c:v>
                </c:pt>
                <c:pt idx="5">
                  <c:v>[50-60)</c:v>
                </c:pt>
                <c:pt idx="6">
                  <c:v>[60-70)</c:v>
                </c:pt>
                <c:pt idx="7">
                  <c:v>[70-80)</c:v>
                </c:pt>
                <c:pt idx="8">
                  <c:v>[80-90)</c:v>
                </c:pt>
                <c:pt idx="9">
                  <c:v>[90-100)</c:v>
                </c:pt>
              </c:strCache>
            </c:strRef>
          </c:cat>
          <c:val>
            <c:numRef>
              <c:f>Readmission!$C$5:$C$15</c:f>
              <c:numCache>
                <c:formatCode>General</c:formatCode>
                <c:ptCount val="10"/>
                <c:pt idx="0">
                  <c:v>15</c:v>
                </c:pt>
                <c:pt idx="1">
                  <c:v>93</c:v>
                </c:pt>
                <c:pt idx="2">
                  <c:v>223</c:v>
                </c:pt>
                <c:pt idx="3">
                  <c:v>722</c:v>
                </c:pt>
                <c:pt idx="4">
                  <c:v>2109</c:v>
                </c:pt>
                <c:pt idx="5">
                  <c:v>3629</c:v>
                </c:pt>
                <c:pt idx="6">
                  <c:v>5181</c:v>
                </c:pt>
                <c:pt idx="7">
                  <c:v>5801</c:v>
                </c:pt>
                <c:pt idx="8">
                  <c:v>3164</c:v>
                </c:pt>
                <c:pt idx="9">
                  <c:v>295</c:v>
                </c:pt>
              </c:numCache>
            </c:numRef>
          </c:val>
          <c:extLst>
            <c:ext xmlns:c16="http://schemas.microsoft.com/office/drawing/2014/chart" uri="{C3380CC4-5D6E-409C-BE32-E72D297353CC}">
              <c16:uniqueId val="{00000001-C99C-4BB9-98BA-3F53DDFC8C8F}"/>
            </c:ext>
          </c:extLst>
        </c:ser>
        <c:dLbls>
          <c:showLegendKey val="0"/>
          <c:showVal val="0"/>
          <c:showCatName val="0"/>
          <c:showSerName val="0"/>
          <c:showPercent val="0"/>
          <c:showBubbleSize val="0"/>
        </c:dLbls>
        <c:gapWidth val="219"/>
        <c:overlap val="-27"/>
        <c:axId val="2083299263"/>
        <c:axId val="2083296383"/>
      </c:barChart>
      <c:catAx>
        <c:axId val="2083299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3296383"/>
        <c:crosses val="autoZero"/>
        <c:auto val="1"/>
        <c:lblAlgn val="ctr"/>
        <c:lblOffset val="100"/>
        <c:noMultiLvlLbl val="0"/>
      </c:catAx>
      <c:valAx>
        <c:axId val="2083296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32992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B534B309-CBDC-4922-9B37-505FC1FEC18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2852008-368E-4F07-A0BE-0EBEAF5A8BF8}">
      <dgm:prSet/>
      <dgm:spPr/>
      <dgm:t>
        <a:bodyPr/>
        <a:lstStyle/>
        <a:p>
          <a:r>
            <a:rPr lang="en-US"/>
            <a:t>Introduction</a:t>
          </a:r>
        </a:p>
      </dgm:t>
    </dgm:pt>
    <dgm:pt modelId="{4F486DEF-4869-41EE-8A81-5A2BB306DF73}" type="parTrans" cxnId="{CC4C2623-1BA9-4D8D-A166-8F844B7F7F94}">
      <dgm:prSet/>
      <dgm:spPr/>
      <dgm:t>
        <a:bodyPr/>
        <a:lstStyle/>
        <a:p>
          <a:endParaRPr lang="en-US"/>
        </a:p>
      </dgm:t>
    </dgm:pt>
    <dgm:pt modelId="{5B9AD499-A5EB-4D8A-B104-E39EF0672EDD}" type="sibTrans" cxnId="{CC4C2623-1BA9-4D8D-A166-8F844B7F7F94}">
      <dgm:prSet/>
      <dgm:spPr/>
      <dgm:t>
        <a:bodyPr/>
        <a:lstStyle/>
        <a:p>
          <a:endParaRPr lang="en-US"/>
        </a:p>
      </dgm:t>
    </dgm:pt>
    <dgm:pt modelId="{B665E64D-7926-49B9-B240-78E99B9D5627}">
      <dgm:prSet/>
      <dgm:spPr/>
      <dgm:t>
        <a:bodyPr/>
        <a:lstStyle/>
        <a:p>
          <a:r>
            <a:rPr lang="en-US"/>
            <a:t>Objective</a:t>
          </a:r>
        </a:p>
      </dgm:t>
    </dgm:pt>
    <dgm:pt modelId="{7C4B8084-E4F7-4681-9A7E-0A0C772A0C6D}" type="parTrans" cxnId="{758A5673-459F-4ED0-A435-51BDCDDD1C64}">
      <dgm:prSet/>
      <dgm:spPr/>
      <dgm:t>
        <a:bodyPr/>
        <a:lstStyle/>
        <a:p>
          <a:endParaRPr lang="en-US"/>
        </a:p>
      </dgm:t>
    </dgm:pt>
    <dgm:pt modelId="{BF4A5BD1-8809-4A37-A162-C6FB9FA4B7B9}" type="sibTrans" cxnId="{758A5673-459F-4ED0-A435-51BDCDDD1C64}">
      <dgm:prSet/>
      <dgm:spPr/>
      <dgm:t>
        <a:bodyPr/>
        <a:lstStyle/>
        <a:p>
          <a:endParaRPr lang="en-US"/>
        </a:p>
      </dgm:t>
    </dgm:pt>
    <dgm:pt modelId="{4A15DE01-8876-40B8-92DD-1BE1E3B8F45C}">
      <dgm:prSet/>
      <dgm:spPr/>
      <dgm:t>
        <a:bodyPr/>
        <a:lstStyle/>
        <a:p>
          <a:r>
            <a:rPr lang="en-US"/>
            <a:t>Methodology</a:t>
          </a:r>
        </a:p>
      </dgm:t>
    </dgm:pt>
    <dgm:pt modelId="{24F82BE1-B613-42E3-B07E-F0E323129E52}" type="parTrans" cxnId="{A56E9DCD-9C2D-46D5-B100-971FE61A7D49}">
      <dgm:prSet/>
      <dgm:spPr/>
      <dgm:t>
        <a:bodyPr/>
        <a:lstStyle/>
        <a:p>
          <a:endParaRPr lang="en-US"/>
        </a:p>
      </dgm:t>
    </dgm:pt>
    <dgm:pt modelId="{A6AE45EC-B1C1-4D01-AF9A-B8C4E32BB21B}" type="sibTrans" cxnId="{A56E9DCD-9C2D-46D5-B100-971FE61A7D49}">
      <dgm:prSet/>
      <dgm:spPr/>
      <dgm:t>
        <a:bodyPr/>
        <a:lstStyle/>
        <a:p>
          <a:endParaRPr lang="en-US"/>
        </a:p>
      </dgm:t>
    </dgm:pt>
    <dgm:pt modelId="{84B26266-BC44-4944-9FA1-F3B09B892D2E}">
      <dgm:prSet/>
      <dgm:spPr/>
      <dgm:t>
        <a:bodyPr/>
        <a:lstStyle/>
        <a:p>
          <a:r>
            <a:rPr lang="en-US"/>
            <a:t>Analysis</a:t>
          </a:r>
        </a:p>
      </dgm:t>
    </dgm:pt>
    <dgm:pt modelId="{906541DD-527F-4BF4-8040-9FBD77B4E08F}" type="parTrans" cxnId="{441092EF-96F0-4DEE-B37D-3762743F222B}">
      <dgm:prSet/>
      <dgm:spPr/>
      <dgm:t>
        <a:bodyPr/>
        <a:lstStyle/>
        <a:p>
          <a:endParaRPr lang="en-US"/>
        </a:p>
      </dgm:t>
    </dgm:pt>
    <dgm:pt modelId="{6C68CD90-333A-4332-8C0E-2FF13EF6927A}" type="sibTrans" cxnId="{441092EF-96F0-4DEE-B37D-3762743F222B}">
      <dgm:prSet/>
      <dgm:spPr/>
      <dgm:t>
        <a:bodyPr/>
        <a:lstStyle/>
        <a:p>
          <a:endParaRPr lang="en-US"/>
        </a:p>
      </dgm:t>
    </dgm:pt>
    <dgm:pt modelId="{12CE4691-FE49-4665-A70E-1183DEC6D171}">
      <dgm:prSet/>
      <dgm:spPr/>
      <dgm:t>
        <a:bodyPr/>
        <a:lstStyle/>
        <a:p>
          <a:r>
            <a:rPr lang="en-US"/>
            <a:t>Conclusion and Recommendations</a:t>
          </a:r>
        </a:p>
      </dgm:t>
    </dgm:pt>
    <dgm:pt modelId="{5D1C9670-6717-44A2-8132-543088184992}" type="parTrans" cxnId="{58F0164B-9C2A-46FC-A745-7577131D84B6}">
      <dgm:prSet/>
      <dgm:spPr/>
      <dgm:t>
        <a:bodyPr/>
        <a:lstStyle/>
        <a:p>
          <a:endParaRPr lang="en-US"/>
        </a:p>
      </dgm:t>
    </dgm:pt>
    <dgm:pt modelId="{623ED3A1-E205-4120-A6CE-2FD67029F3CD}" type="sibTrans" cxnId="{58F0164B-9C2A-46FC-A745-7577131D84B6}">
      <dgm:prSet/>
      <dgm:spPr/>
      <dgm:t>
        <a:bodyPr/>
        <a:lstStyle/>
        <a:p>
          <a:endParaRPr lang="en-US"/>
        </a:p>
      </dgm:t>
    </dgm:pt>
    <dgm:pt modelId="{B2919045-323F-462F-B455-28474760C168}">
      <dgm:prSet/>
      <dgm:spPr/>
      <dgm:t>
        <a:bodyPr/>
        <a:lstStyle/>
        <a:p>
          <a:r>
            <a:rPr lang="en-US"/>
            <a:t>QA</a:t>
          </a:r>
        </a:p>
      </dgm:t>
    </dgm:pt>
    <dgm:pt modelId="{33BED4F9-0FF6-4091-BE70-BE7B359E4A8C}" type="parTrans" cxnId="{565873B7-1C9C-4FD2-828A-2FEECE388427}">
      <dgm:prSet/>
      <dgm:spPr/>
      <dgm:t>
        <a:bodyPr/>
        <a:lstStyle/>
        <a:p>
          <a:endParaRPr lang="en-US"/>
        </a:p>
      </dgm:t>
    </dgm:pt>
    <dgm:pt modelId="{0E927884-0BC5-4C8B-B493-1F87E6FDEBE0}" type="sibTrans" cxnId="{565873B7-1C9C-4FD2-828A-2FEECE388427}">
      <dgm:prSet/>
      <dgm:spPr/>
      <dgm:t>
        <a:bodyPr/>
        <a:lstStyle/>
        <a:p>
          <a:endParaRPr lang="en-US"/>
        </a:p>
      </dgm:t>
    </dgm:pt>
    <dgm:pt modelId="{B0AB54F3-C76A-48B9-B13A-F921D3E4EFCF}" type="pres">
      <dgm:prSet presAssocID="{B534B309-CBDC-4922-9B37-505FC1FEC182}" presName="linear" presStyleCnt="0">
        <dgm:presLayoutVars>
          <dgm:animLvl val="lvl"/>
          <dgm:resizeHandles val="exact"/>
        </dgm:presLayoutVars>
      </dgm:prSet>
      <dgm:spPr/>
    </dgm:pt>
    <dgm:pt modelId="{3B83C8BD-2405-46FA-83B9-835AB9DA211B}" type="pres">
      <dgm:prSet presAssocID="{32852008-368E-4F07-A0BE-0EBEAF5A8BF8}" presName="parentText" presStyleLbl="node1" presStyleIdx="0" presStyleCnt="6">
        <dgm:presLayoutVars>
          <dgm:chMax val="0"/>
          <dgm:bulletEnabled val="1"/>
        </dgm:presLayoutVars>
      </dgm:prSet>
      <dgm:spPr/>
    </dgm:pt>
    <dgm:pt modelId="{8E6E1221-292F-4272-90D3-D49F2C08E1D2}" type="pres">
      <dgm:prSet presAssocID="{5B9AD499-A5EB-4D8A-B104-E39EF0672EDD}" presName="spacer" presStyleCnt="0"/>
      <dgm:spPr/>
    </dgm:pt>
    <dgm:pt modelId="{1BDC9ED5-4BDF-45E9-B988-0A1395BC4204}" type="pres">
      <dgm:prSet presAssocID="{B665E64D-7926-49B9-B240-78E99B9D5627}" presName="parentText" presStyleLbl="node1" presStyleIdx="1" presStyleCnt="6">
        <dgm:presLayoutVars>
          <dgm:chMax val="0"/>
          <dgm:bulletEnabled val="1"/>
        </dgm:presLayoutVars>
      </dgm:prSet>
      <dgm:spPr/>
    </dgm:pt>
    <dgm:pt modelId="{4C983242-E8BF-415D-AD50-0532DAA43480}" type="pres">
      <dgm:prSet presAssocID="{BF4A5BD1-8809-4A37-A162-C6FB9FA4B7B9}" presName="spacer" presStyleCnt="0"/>
      <dgm:spPr/>
    </dgm:pt>
    <dgm:pt modelId="{263EF2B4-F07B-447E-B0DA-6BEC2750BE38}" type="pres">
      <dgm:prSet presAssocID="{4A15DE01-8876-40B8-92DD-1BE1E3B8F45C}" presName="parentText" presStyleLbl="node1" presStyleIdx="2" presStyleCnt="6">
        <dgm:presLayoutVars>
          <dgm:chMax val="0"/>
          <dgm:bulletEnabled val="1"/>
        </dgm:presLayoutVars>
      </dgm:prSet>
      <dgm:spPr/>
    </dgm:pt>
    <dgm:pt modelId="{628BEF7B-C006-4DBD-8DF9-978DA0757938}" type="pres">
      <dgm:prSet presAssocID="{A6AE45EC-B1C1-4D01-AF9A-B8C4E32BB21B}" presName="spacer" presStyleCnt="0"/>
      <dgm:spPr/>
    </dgm:pt>
    <dgm:pt modelId="{64975FF4-4FF3-4996-AF7A-DCFB3A3C7617}" type="pres">
      <dgm:prSet presAssocID="{84B26266-BC44-4944-9FA1-F3B09B892D2E}" presName="parentText" presStyleLbl="node1" presStyleIdx="3" presStyleCnt="6">
        <dgm:presLayoutVars>
          <dgm:chMax val="0"/>
          <dgm:bulletEnabled val="1"/>
        </dgm:presLayoutVars>
      </dgm:prSet>
      <dgm:spPr/>
    </dgm:pt>
    <dgm:pt modelId="{B2A78E83-179B-4DC8-9B91-D5B75B929C46}" type="pres">
      <dgm:prSet presAssocID="{6C68CD90-333A-4332-8C0E-2FF13EF6927A}" presName="spacer" presStyleCnt="0"/>
      <dgm:spPr/>
    </dgm:pt>
    <dgm:pt modelId="{9CBF24EE-7AD2-4EA2-ADDA-E7B87ECCDA50}" type="pres">
      <dgm:prSet presAssocID="{12CE4691-FE49-4665-A70E-1183DEC6D171}" presName="parentText" presStyleLbl="node1" presStyleIdx="4" presStyleCnt="6">
        <dgm:presLayoutVars>
          <dgm:chMax val="0"/>
          <dgm:bulletEnabled val="1"/>
        </dgm:presLayoutVars>
      </dgm:prSet>
      <dgm:spPr/>
    </dgm:pt>
    <dgm:pt modelId="{06B1DDFF-3AEB-4E4F-9DFC-AA47FBFF9F0D}" type="pres">
      <dgm:prSet presAssocID="{623ED3A1-E205-4120-A6CE-2FD67029F3CD}" presName="spacer" presStyleCnt="0"/>
      <dgm:spPr/>
    </dgm:pt>
    <dgm:pt modelId="{5830C76F-9A36-48AB-AA97-F48494036031}" type="pres">
      <dgm:prSet presAssocID="{B2919045-323F-462F-B455-28474760C168}" presName="parentText" presStyleLbl="node1" presStyleIdx="5" presStyleCnt="6">
        <dgm:presLayoutVars>
          <dgm:chMax val="0"/>
          <dgm:bulletEnabled val="1"/>
        </dgm:presLayoutVars>
      </dgm:prSet>
      <dgm:spPr/>
    </dgm:pt>
  </dgm:ptLst>
  <dgm:cxnLst>
    <dgm:cxn modelId="{25849705-7627-4236-A011-204CC3DBE61B}" type="presOf" srcId="{32852008-368E-4F07-A0BE-0EBEAF5A8BF8}" destId="{3B83C8BD-2405-46FA-83B9-835AB9DA211B}" srcOrd="0" destOrd="0" presId="urn:microsoft.com/office/officeart/2005/8/layout/vList2"/>
    <dgm:cxn modelId="{CC4C2623-1BA9-4D8D-A166-8F844B7F7F94}" srcId="{B534B309-CBDC-4922-9B37-505FC1FEC182}" destId="{32852008-368E-4F07-A0BE-0EBEAF5A8BF8}" srcOrd="0" destOrd="0" parTransId="{4F486DEF-4869-41EE-8A81-5A2BB306DF73}" sibTransId="{5B9AD499-A5EB-4D8A-B104-E39EF0672EDD}"/>
    <dgm:cxn modelId="{BC1C572A-1916-4E24-892D-C0177BA6EAC2}" type="presOf" srcId="{12CE4691-FE49-4665-A70E-1183DEC6D171}" destId="{9CBF24EE-7AD2-4EA2-ADDA-E7B87ECCDA50}" srcOrd="0" destOrd="0" presId="urn:microsoft.com/office/officeart/2005/8/layout/vList2"/>
    <dgm:cxn modelId="{C5D2CD2C-E6F1-44D4-A25C-C1172FA07546}" type="presOf" srcId="{4A15DE01-8876-40B8-92DD-1BE1E3B8F45C}" destId="{263EF2B4-F07B-447E-B0DA-6BEC2750BE38}" srcOrd="0" destOrd="0" presId="urn:microsoft.com/office/officeart/2005/8/layout/vList2"/>
    <dgm:cxn modelId="{4C285D2E-5ADE-494D-A381-5FE2026A64A0}" type="presOf" srcId="{B2919045-323F-462F-B455-28474760C168}" destId="{5830C76F-9A36-48AB-AA97-F48494036031}" srcOrd="0" destOrd="0" presId="urn:microsoft.com/office/officeart/2005/8/layout/vList2"/>
    <dgm:cxn modelId="{58F0164B-9C2A-46FC-A745-7577131D84B6}" srcId="{B534B309-CBDC-4922-9B37-505FC1FEC182}" destId="{12CE4691-FE49-4665-A70E-1183DEC6D171}" srcOrd="4" destOrd="0" parTransId="{5D1C9670-6717-44A2-8132-543088184992}" sibTransId="{623ED3A1-E205-4120-A6CE-2FD67029F3CD}"/>
    <dgm:cxn modelId="{758A5673-459F-4ED0-A435-51BDCDDD1C64}" srcId="{B534B309-CBDC-4922-9B37-505FC1FEC182}" destId="{B665E64D-7926-49B9-B240-78E99B9D5627}" srcOrd="1" destOrd="0" parTransId="{7C4B8084-E4F7-4681-9A7E-0A0C772A0C6D}" sibTransId="{BF4A5BD1-8809-4A37-A162-C6FB9FA4B7B9}"/>
    <dgm:cxn modelId="{565873B7-1C9C-4FD2-828A-2FEECE388427}" srcId="{B534B309-CBDC-4922-9B37-505FC1FEC182}" destId="{B2919045-323F-462F-B455-28474760C168}" srcOrd="5" destOrd="0" parTransId="{33BED4F9-0FF6-4091-BE70-BE7B359E4A8C}" sibTransId="{0E927884-0BC5-4C8B-B493-1F87E6FDEBE0}"/>
    <dgm:cxn modelId="{ECF053C9-0FFB-4B93-938C-34BAC4A058AC}" type="presOf" srcId="{84B26266-BC44-4944-9FA1-F3B09B892D2E}" destId="{64975FF4-4FF3-4996-AF7A-DCFB3A3C7617}" srcOrd="0" destOrd="0" presId="urn:microsoft.com/office/officeart/2005/8/layout/vList2"/>
    <dgm:cxn modelId="{A56E9DCD-9C2D-46D5-B100-971FE61A7D49}" srcId="{B534B309-CBDC-4922-9B37-505FC1FEC182}" destId="{4A15DE01-8876-40B8-92DD-1BE1E3B8F45C}" srcOrd="2" destOrd="0" parTransId="{24F82BE1-B613-42E3-B07E-F0E323129E52}" sibTransId="{A6AE45EC-B1C1-4D01-AF9A-B8C4E32BB21B}"/>
    <dgm:cxn modelId="{69BD12DF-F63D-4F39-B3FD-96352158FA6F}" type="presOf" srcId="{B534B309-CBDC-4922-9B37-505FC1FEC182}" destId="{B0AB54F3-C76A-48B9-B13A-F921D3E4EFCF}" srcOrd="0" destOrd="0" presId="urn:microsoft.com/office/officeart/2005/8/layout/vList2"/>
    <dgm:cxn modelId="{28D620EF-0C21-4430-9B9E-51EAD0C30918}" type="presOf" srcId="{B665E64D-7926-49B9-B240-78E99B9D5627}" destId="{1BDC9ED5-4BDF-45E9-B988-0A1395BC4204}" srcOrd="0" destOrd="0" presId="urn:microsoft.com/office/officeart/2005/8/layout/vList2"/>
    <dgm:cxn modelId="{441092EF-96F0-4DEE-B37D-3762743F222B}" srcId="{B534B309-CBDC-4922-9B37-505FC1FEC182}" destId="{84B26266-BC44-4944-9FA1-F3B09B892D2E}" srcOrd="3" destOrd="0" parTransId="{906541DD-527F-4BF4-8040-9FBD77B4E08F}" sibTransId="{6C68CD90-333A-4332-8C0E-2FF13EF6927A}"/>
    <dgm:cxn modelId="{CF59BB25-2BA8-4D0C-A84A-650D2266DB9E}" type="presParOf" srcId="{B0AB54F3-C76A-48B9-B13A-F921D3E4EFCF}" destId="{3B83C8BD-2405-46FA-83B9-835AB9DA211B}" srcOrd="0" destOrd="0" presId="urn:microsoft.com/office/officeart/2005/8/layout/vList2"/>
    <dgm:cxn modelId="{8FE1AAB2-7091-4D31-9213-E4703424AEA5}" type="presParOf" srcId="{B0AB54F3-C76A-48B9-B13A-F921D3E4EFCF}" destId="{8E6E1221-292F-4272-90D3-D49F2C08E1D2}" srcOrd="1" destOrd="0" presId="urn:microsoft.com/office/officeart/2005/8/layout/vList2"/>
    <dgm:cxn modelId="{8C77DB51-67F0-4BFB-A419-5B8183B07B2F}" type="presParOf" srcId="{B0AB54F3-C76A-48B9-B13A-F921D3E4EFCF}" destId="{1BDC9ED5-4BDF-45E9-B988-0A1395BC4204}" srcOrd="2" destOrd="0" presId="urn:microsoft.com/office/officeart/2005/8/layout/vList2"/>
    <dgm:cxn modelId="{8971D4DB-8B76-439B-82A3-3AFCDB07D897}" type="presParOf" srcId="{B0AB54F3-C76A-48B9-B13A-F921D3E4EFCF}" destId="{4C983242-E8BF-415D-AD50-0532DAA43480}" srcOrd="3" destOrd="0" presId="urn:microsoft.com/office/officeart/2005/8/layout/vList2"/>
    <dgm:cxn modelId="{484C4D2E-9CBC-43E4-B472-4453A85A6A09}" type="presParOf" srcId="{B0AB54F3-C76A-48B9-B13A-F921D3E4EFCF}" destId="{263EF2B4-F07B-447E-B0DA-6BEC2750BE38}" srcOrd="4" destOrd="0" presId="urn:microsoft.com/office/officeart/2005/8/layout/vList2"/>
    <dgm:cxn modelId="{368B2503-E50D-490A-BDF9-0B7135CD9BAC}" type="presParOf" srcId="{B0AB54F3-C76A-48B9-B13A-F921D3E4EFCF}" destId="{628BEF7B-C006-4DBD-8DF9-978DA0757938}" srcOrd="5" destOrd="0" presId="urn:microsoft.com/office/officeart/2005/8/layout/vList2"/>
    <dgm:cxn modelId="{FA7269DC-0187-4E0B-A656-7E6C57324AEC}" type="presParOf" srcId="{B0AB54F3-C76A-48B9-B13A-F921D3E4EFCF}" destId="{64975FF4-4FF3-4996-AF7A-DCFB3A3C7617}" srcOrd="6" destOrd="0" presId="urn:microsoft.com/office/officeart/2005/8/layout/vList2"/>
    <dgm:cxn modelId="{A319CAA1-DE75-4209-8F45-E49737194139}" type="presParOf" srcId="{B0AB54F3-C76A-48B9-B13A-F921D3E4EFCF}" destId="{B2A78E83-179B-4DC8-9B91-D5B75B929C46}" srcOrd="7" destOrd="0" presId="urn:microsoft.com/office/officeart/2005/8/layout/vList2"/>
    <dgm:cxn modelId="{8B902E23-0E04-4107-BF03-E9847C949A4D}" type="presParOf" srcId="{B0AB54F3-C76A-48B9-B13A-F921D3E4EFCF}" destId="{9CBF24EE-7AD2-4EA2-ADDA-E7B87ECCDA50}" srcOrd="8" destOrd="0" presId="urn:microsoft.com/office/officeart/2005/8/layout/vList2"/>
    <dgm:cxn modelId="{9FE2D038-1D01-41CC-9F2C-49136219C232}" type="presParOf" srcId="{B0AB54F3-C76A-48B9-B13A-F921D3E4EFCF}" destId="{06B1DDFF-3AEB-4E4F-9DFC-AA47FBFF9F0D}" srcOrd="9" destOrd="0" presId="urn:microsoft.com/office/officeart/2005/8/layout/vList2"/>
    <dgm:cxn modelId="{FE31018D-46E1-4D15-9BE5-C3E0C40E1C0B}" type="presParOf" srcId="{B0AB54F3-C76A-48B9-B13A-F921D3E4EFCF}" destId="{5830C76F-9A36-48AB-AA97-F4849403603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B0FC61-B989-49E3-B6C1-C15FE53022BD}"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A95D308B-9009-4598-BA67-1A18572441F1}">
      <dgm:prSet/>
      <dgm:spPr/>
      <dgm:t>
        <a:bodyPr/>
        <a:lstStyle/>
        <a:p>
          <a:r>
            <a:rPr lang="en-US"/>
            <a:t>About me</a:t>
          </a:r>
        </a:p>
      </dgm:t>
    </dgm:pt>
    <dgm:pt modelId="{4006DC4B-299B-47A3-A355-376A70D862BF}" type="parTrans" cxnId="{0618EAB7-A91F-4F5B-9389-8829CA789CB7}">
      <dgm:prSet/>
      <dgm:spPr/>
      <dgm:t>
        <a:bodyPr/>
        <a:lstStyle/>
        <a:p>
          <a:endParaRPr lang="en-US"/>
        </a:p>
      </dgm:t>
    </dgm:pt>
    <dgm:pt modelId="{D6323DAB-127A-4ABB-AA17-73CBDD6BE636}" type="sibTrans" cxnId="{0618EAB7-A91F-4F5B-9389-8829CA789CB7}">
      <dgm:prSet/>
      <dgm:spPr/>
      <dgm:t>
        <a:bodyPr/>
        <a:lstStyle/>
        <a:p>
          <a:endParaRPr lang="en-US"/>
        </a:p>
      </dgm:t>
    </dgm:pt>
    <dgm:pt modelId="{E6F2F44E-6A4D-4F6A-9D3C-8E759A958DAA}">
      <dgm:prSet/>
      <dgm:spPr/>
      <dgm:t>
        <a:bodyPr/>
        <a:lstStyle/>
        <a:p>
          <a:r>
            <a:rPr lang="en-US"/>
            <a:t>Najat El Ouafi </a:t>
          </a:r>
        </a:p>
      </dgm:t>
    </dgm:pt>
    <dgm:pt modelId="{82D5040E-C2BA-4C2E-AA87-ADF7944C6869}" type="parTrans" cxnId="{9A753CD7-7A09-4A39-8622-32C205232288}">
      <dgm:prSet/>
      <dgm:spPr/>
      <dgm:t>
        <a:bodyPr/>
        <a:lstStyle/>
        <a:p>
          <a:endParaRPr lang="en-US"/>
        </a:p>
      </dgm:t>
    </dgm:pt>
    <dgm:pt modelId="{760419EB-A903-4644-981F-E0BBBCFC39C0}" type="sibTrans" cxnId="{9A753CD7-7A09-4A39-8622-32C205232288}">
      <dgm:prSet/>
      <dgm:spPr/>
      <dgm:t>
        <a:bodyPr/>
        <a:lstStyle/>
        <a:p>
          <a:endParaRPr lang="en-US"/>
        </a:p>
      </dgm:t>
    </dgm:pt>
    <dgm:pt modelId="{1D47B22C-4EE1-483D-B0D6-BAC8B7A5715F}">
      <dgm:prSet/>
      <dgm:spPr/>
      <dgm:t>
        <a:bodyPr/>
        <a:lstStyle/>
        <a:p>
          <a:r>
            <a:rPr lang="en-US"/>
            <a:t>Currently a stay-at-home mom </a:t>
          </a:r>
        </a:p>
      </dgm:t>
    </dgm:pt>
    <dgm:pt modelId="{EC9CFFC6-FF69-4487-89A7-2B61BF68EE5F}" type="parTrans" cxnId="{92447516-1C45-4881-BED8-A83442BF67F2}">
      <dgm:prSet/>
      <dgm:spPr/>
      <dgm:t>
        <a:bodyPr/>
        <a:lstStyle/>
        <a:p>
          <a:endParaRPr lang="en-US"/>
        </a:p>
      </dgm:t>
    </dgm:pt>
    <dgm:pt modelId="{097CBD58-88E0-4EC8-AD7C-E81B6C3DCB95}" type="sibTrans" cxnId="{92447516-1C45-4881-BED8-A83442BF67F2}">
      <dgm:prSet/>
      <dgm:spPr/>
      <dgm:t>
        <a:bodyPr/>
        <a:lstStyle/>
        <a:p>
          <a:endParaRPr lang="en-US"/>
        </a:p>
      </dgm:t>
    </dgm:pt>
    <dgm:pt modelId="{799D7104-BF11-46F0-86BA-31DEBA55388E}">
      <dgm:prSet/>
      <dgm:spPr/>
      <dgm:t>
        <a:bodyPr/>
        <a:lstStyle/>
        <a:p>
          <a:r>
            <a:rPr lang="en-US"/>
            <a:t>Bachelor Degree in Biology and Master Degree in Ecology </a:t>
          </a:r>
        </a:p>
      </dgm:t>
    </dgm:pt>
    <dgm:pt modelId="{2B2BB882-0BFA-482F-9862-98D0D41B7004}" type="parTrans" cxnId="{D2623D67-B96A-44F1-98B4-3268A361BC6A}">
      <dgm:prSet/>
      <dgm:spPr/>
      <dgm:t>
        <a:bodyPr/>
        <a:lstStyle/>
        <a:p>
          <a:endParaRPr lang="en-US"/>
        </a:p>
      </dgm:t>
    </dgm:pt>
    <dgm:pt modelId="{48BD2127-E90B-4DDD-B301-9F27A5CA1643}" type="sibTrans" cxnId="{D2623D67-B96A-44F1-98B4-3268A361BC6A}">
      <dgm:prSet/>
      <dgm:spPr/>
      <dgm:t>
        <a:bodyPr/>
        <a:lstStyle/>
        <a:p>
          <a:endParaRPr lang="en-US"/>
        </a:p>
      </dgm:t>
    </dgm:pt>
    <dgm:pt modelId="{79722ECC-EA9F-4215-A05F-45C0AD37BD30}">
      <dgm:prSet/>
      <dgm:spPr/>
      <dgm:t>
        <a:bodyPr/>
        <a:lstStyle/>
        <a:p>
          <a:r>
            <a:rPr lang="en-US"/>
            <a:t>Work experience : Sales Trainer </a:t>
          </a:r>
        </a:p>
      </dgm:t>
    </dgm:pt>
    <dgm:pt modelId="{395FE6A5-6961-469E-9D82-978B4F611A06}" type="parTrans" cxnId="{64CEE169-99E7-402B-A303-5A3CE20C2D68}">
      <dgm:prSet/>
      <dgm:spPr/>
      <dgm:t>
        <a:bodyPr/>
        <a:lstStyle/>
        <a:p>
          <a:endParaRPr lang="en-US"/>
        </a:p>
      </dgm:t>
    </dgm:pt>
    <dgm:pt modelId="{0126E068-4CA9-4AED-9804-474E7BBD6A65}" type="sibTrans" cxnId="{64CEE169-99E7-402B-A303-5A3CE20C2D68}">
      <dgm:prSet/>
      <dgm:spPr/>
      <dgm:t>
        <a:bodyPr/>
        <a:lstStyle/>
        <a:p>
          <a:endParaRPr lang="en-US"/>
        </a:p>
      </dgm:t>
    </dgm:pt>
    <dgm:pt modelId="{4BAD4B0D-A3CE-489A-89D6-185FB6E9030B}">
      <dgm:prSet/>
      <dgm:spPr/>
      <dgm:t>
        <a:bodyPr/>
        <a:lstStyle/>
        <a:p>
          <a:r>
            <a:rPr lang="en-US"/>
            <a:t>Medical Devices </a:t>
          </a:r>
        </a:p>
      </dgm:t>
    </dgm:pt>
    <dgm:pt modelId="{0D3AFD30-B81E-4CA8-8772-E1E80DEA989E}" type="parTrans" cxnId="{EDA33E54-BD7C-4F1B-BA4B-D1615D6817C9}">
      <dgm:prSet/>
      <dgm:spPr/>
      <dgm:t>
        <a:bodyPr/>
        <a:lstStyle/>
        <a:p>
          <a:endParaRPr lang="en-US"/>
        </a:p>
      </dgm:t>
    </dgm:pt>
    <dgm:pt modelId="{75D4DB42-DDD7-4224-A8AF-B35B638B6830}" type="sibTrans" cxnId="{EDA33E54-BD7C-4F1B-BA4B-D1615D6817C9}">
      <dgm:prSet/>
      <dgm:spPr/>
      <dgm:t>
        <a:bodyPr/>
        <a:lstStyle/>
        <a:p>
          <a:endParaRPr lang="en-US"/>
        </a:p>
      </dgm:t>
    </dgm:pt>
    <dgm:pt modelId="{3A7CF479-8B29-46A1-BA2F-E90C4CCA664C}">
      <dgm:prSet/>
      <dgm:spPr/>
      <dgm:t>
        <a:bodyPr/>
        <a:lstStyle/>
        <a:p>
          <a:r>
            <a:rPr lang="en-US"/>
            <a:t>Cosmetics Products</a:t>
          </a:r>
        </a:p>
      </dgm:t>
    </dgm:pt>
    <dgm:pt modelId="{63240D8A-0FB3-437B-9809-9FCDFE063BF6}" type="parTrans" cxnId="{0A85EED9-F42C-4E5E-8D24-877BA780D9FD}">
      <dgm:prSet/>
      <dgm:spPr/>
      <dgm:t>
        <a:bodyPr/>
        <a:lstStyle/>
        <a:p>
          <a:endParaRPr lang="en-US"/>
        </a:p>
      </dgm:t>
    </dgm:pt>
    <dgm:pt modelId="{EF6EBCFA-AA60-4E8C-895B-E863998AB1AF}" type="sibTrans" cxnId="{0A85EED9-F42C-4E5E-8D24-877BA780D9FD}">
      <dgm:prSet/>
      <dgm:spPr/>
      <dgm:t>
        <a:bodyPr/>
        <a:lstStyle/>
        <a:p>
          <a:endParaRPr lang="en-US"/>
        </a:p>
      </dgm:t>
    </dgm:pt>
    <dgm:pt modelId="{1F7D4416-8804-4459-A9A9-C5087CB84FE9}">
      <dgm:prSet/>
      <dgm:spPr/>
      <dgm:t>
        <a:bodyPr/>
        <a:lstStyle/>
        <a:p>
          <a:r>
            <a:rPr lang="en-US"/>
            <a:t>Currently living in Virginia </a:t>
          </a:r>
        </a:p>
      </dgm:t>
    </dgm:pt>
    <dgm:pt modelId="{05BC33DF-994B-4DB2-8DC7-9F126BC52A2F}" type="parTrans" cxnId="{1B291178-5B0E-4670-8AA0-172DF2690ED7}">
      <dgm:prSet/>
      <dgm:spPr/>
      <dgm:t>
        <a:bodyPr/>
        <a:lstStyle/>
        <a:p>
          <a:endParaRPr lang="en-US"/>
        </a:p>
      </dgm:t>
    </dgm:pt>
    <dgm:pt modelId="{CE7EC778-E9C4-425B-AB94-102AC62DA9D3}" type="sibTrans" cxnId="{1B291178-5B0E-4670-8AA0-172DF2690ED7}">
      <dgm:prSet/>
      <dgm:spPr/>
      <dgm:t>
        <a:bodyPr/>
        <a:lstStyle/>
        <a:p>
          <a:endParaRPr lang="en-US"/>
        </a:p>
      </dgm:t>
    </dgm:pt>
    <dgm:pt modelId="{E353C34F-7545-46EF-B7AB-A1C4EB1DF86D}" type="pres">
      <dgm:prSet presAssocID="{BAB0FC61-B989-49E3-B6C1-C15FE53022BD}" presName="linear" presStyleCnt="0">
        <dgm:presLayoutVars>
          <dgm:dir/>
          <dgm:animLvl val="lvl"/>
          <dgm:resizeHandles val="exact"/>
        </dgm:presLayoutVars>
      </dgm:prSet>
      <dgm:spPr/>
    </dgm:pt>
    <dgm:pt modelId="{C6C10A36-37B5-450E-B8E4-D69B827EC0D8}" type="pres">
      <dgm:prSet presAssocID="{A95D308B-9009-4598-BA67-1A18572441F1}" presName="parentLin" presStyleCnt="0"/>
      <dgm:spPr/>
    </dgm:pt>
    <dgm:pt modelId="{C09AC76D-42D3-4D48-B40D-30908789FF48}" type="pres">
      <dgm:prSet presAssocID="{A95D308B-9009-4598-BA67-1A18572441F1}" presName="parentLeftMargin" presStyleLbl="node1" presStyleIdx="0" presStyleCnt="6"/>
      <dgm:spPr/>
    </dgm:pt>
    <dgm:pt modelId="{89CC11BA-CE70-4253-9118-3798ED765BD7}" type="pres">
      <dgm:prSet presAssocID="{A95D308B-9009-4598-BA67-1A18572441F1}" presName="parentText" presStyleLbl="node1" presStyleIdx="0" presStyleCnt="6">
        <dgm:presLayoutVars>
          <dgm:chMax val="0"/>
          <dgm:bulletEnabled val="1"/>
        </dgm:presLayoutVars>
      </dgm:prSet>
      <dgm:spPr/>
    </dgm:pt>
    <dgm:pt modelId="{F78565C1-546B-4D94-B64C-DD67B40E6AD8}" type="pres">
      <dgm:prSet presAssocID="{A95D308B-9009-4598-BA67-1A18572441F1}" presName="negativeSpace" presStyleCnt="0"/>
      <dgm:spPr/>
    </dgm:pt>
    <dgm:pt modelId="{F10F036B-4F8F-4FDA-BC08-1F9C7740370A}" type="pres">
      <dgm:prSet presAssocID="{A95D308B-9009-4598-BA67-1A18572441F1}" presName="childText" presStyleLbl="conFgAcc1" presStyleIdx="0" presStyleCnt="6">
        <dgm:presLayoutVars>
          <dgm:bulletEnabled val="1"/>
        </dgm:presLayoutVars>
      </dgm:prSet>
      <dgm:spPr/>
    </dgm:pt>
    <dgm:pt modelId="{1C3A25E6-D748-476C-9D03-038EDE3D70A5}" type="pres">
      <dgm:prSet presAssocID="{D6323DAB-127A-4ABB-AA17-73CBDD6BE636}" presName="spaceBetweenRectangles" presStyleCnt="0"/>
      <dgm:spPr/>
    </dgm:pt>
    <dgm:pt modelId="{D0BC112F-1EA8-4FA6-9CF3-0EC90AA1DBE7}" type="pres">
      <dgm:prSet presAssocID="{E6F2F44E-6A4D-4F6A-9D3C-8E759A958DAA}" presName="parentLin" presStyleCnt="0"/>
      <dgm:spPr/>
    </dgm:pt>
    <dgm:pt modelId="{77678B3B-66AB-4FC6-9F41-CD0F622B67D9}" type="pres">
      <dgm:prSet presAssocID="{E6F2F44E-6A4D-4F6A-9D3C-8E759A958DAA}" presName="parentLeftMargin" presStyleLbl="node1" presStyleIdx="0" presStyleCnt="6"/>
      <dgm:spPr/>
    </dgm:pt>
    <dgm:pt modelId="{CDD12A76-3396-47F0-AE86-8FA2E09DBD38}" type="pres">
      <dgm:prSet presAssocID="{E6F2F44E-6A4D-4F6A-9D3C-8E759A958DAA}" presName="parentText" presStyleLbl="node1" presStyleIdx="1" presStyleCnt="6">
        <dgm:presLayoutVars>
          <dgm:chMax val="0"/>
          <dgm:bulletEnabled val="1"/>
        </dgm:presLayoutVars>
      </dgm:prSet>
      <dgm:spPr/>
    </dgm:pt>
    <dgm:pt modelId="{54D843DD-B32C-4401-B9FD-7F76149283A5}" type="pres">
      <dgm:prSet presAssocID="{E6F2F44E-6A4D-4F6A-9D3C-8E759A958DAA}" presName="negativeSpace" presStyleCnt="0"/>
      <dgm:spPr/>
    </dgm:pt>
    <dgm:pt modelId="{A120848F-EEBE-45D6-9D83-9D16585FC73C}" type="pres">
      <dgm:prSet presAssocID="{E6F2F44E-6A4D-4F6A-9D3C-8E759A958DAA}" presName="childText" presStyleLbl="conFgAcc1" presStyleIdx="1" presStyleCnt="6">
        <dgm:presLayoutVars>
          <dgm:bulletEnabled val="1"/>
        </dgm:presLayoutVars>
      </dgm:prSet>
      <dgm:spPr/>
    </dgm:pt>
    <dgm:pt modelId="{D2879CAD-0143-4AF1-AD25-4FD39D954DC5}" type="pres">
      <dgm:prSet presAssocID="{760419EB-A903-4644-981F-E0BBBCFC39C0}" presName="spaceBetweenRectangles" presStyleCnt="0"/>
      <dgm:spPr/>
    </dgm:pt>
    <dgm:pt modelId="{A002765E-7DE1-43B9-96BA-FCDD0534F98A}" type="pres">
      <dgm:prSet presAssocID="{1D47B22C-4EE1-483D-B0D6-BAC8B7A5715F}" presName="parentLin" presStyleCnt="0"/>
      <dgm:spPr/>
    </dgm:pt>
    <dgm:pt modelId="{633D36DE-4358-4390-96BF-0BE800092117}" type="pres">
      <dgm:prSet presAssocID="{1D47B22C-4EE1-483D-B0D6-BAC8B7A5715F}" presName="parentLeftMargin" presStyleLbl="node1" presStyleIdx="1" presStyleCnt="6"/>
      <dgm:spPr/>
    </dgm:pt>
    <dgm:pt modelId="{9860FEB9-AA89-40C6-8380-162497C6FB35}" type="pres">
      <dgm:prSet presAssocID="{1D47B22C-4EE1-483D-B0D6-BAC8B7A5715F}" presName="parentText" presStyleLbl="node1" presStyleIdx="2" presStyleCnt="6">
        <dgm:presLayoutVars>
          <dgm:chMax val="0"/>
          <dgm:bulletEnabled val="1"/>
        </dgm:presLayoutVars>
      </dgm:prSet>
      <dgm:spPr/>
    </dgm:pt>
    <dgm:pt modelId="{1613E1B8-A805-4837-B31E-0DD7216E62DA}" type="pres">
      <dgm:prSet presAssocID="{1D47B22C-4EE1-483D-B0D6-BAC8B7A5715F}" presName="negativeSpace" presStyleCnt="0"/>
      <dgm:spPr/>
    </dgm:pt>
    <dgm:pt modelId="{F73F00B9-7F5C-4EDF-A508-C167D676CDC3}" type="pres">
      <dgm:prSet presAssocID="{1D47B22C-4EE1-483D-B0D6-BAC8B7A5715F}" presName="childText" presStyleLbl="conFgAcc1" presStyleIdx="2" presStyleCnt="6">
        <dgm:presLayoutVars>
          <dgm:bulletEnabled val="1"/>
        </dgm:presLayoutVars>
      </dgm:prSet>
      <dgm:spPr/>
    </dgm:pt>
    <dgm:pt modelId="{36D7B2AA-DE0D-47EE-AAB1-248A47301D2D}" type="pres">
      <dgm:prSet presAssocID="{097CBD58-88E0-4EC8-AD7C-E81B6C3DCB95}" presName="spaceBetweenRectangles" presStyleCnt="0"/>
      <dgm:spPr/>
    </dgm:pt>
    <dgm:pt modelId="{AB7D14BA-07DB-4C4F-9E43-4E67FCAFE914}" type="pres">
      <dgm:prSet presAssocID="{799D7104-BF11-46F0-86BA-31DEBA55388E}" presName="parentLin" presStyleCnt="0"/>
      <dgm:spPr/>
    </dgm:pt>
    <dgm:pt modelId="{19E694D6-97FF-42A6-92A8-2197FB4131E0}" type="pres">
      <dgm:prSet presAssocID="{799D7104-BF11-46F0-86BA-31DEBA55388E}" presName="parentLeftMargin" presStyleLbl="node1" presStyleIdx="2" presStyleCnt="6"/>
      <dgm:spPr/>
    </dgm:pt>
    <dgm:pt modelId="{DA86536A-E31B-4009-98CF-3C30821D2E5E}" type="pres">
      <dgm:prSet presAssocID="{799D7104-BF11-46F0-86BA-31DEBA55388E}" presName="parentText" presStyleLbl="node1" presStyleIdx="3" presStyleCnt="6">
        <dgm:presLayoutVars>
          <dgm:chMax val="0"/>
          <dgm:bulletEnabled val="1"/>
        </dgm:presLayoutVars>
      </dgm:prSet>
      <dgm:spPr/>
    </dgm:pt>
    <dgm:pt modelId="{575DF3A7-230D-4D52-9CDB-6F7AE1BD99B1}" type="pres">
      <dgm:prSet presAssocID="{799D7104-BF11-46F0-86BA-31DEBA55388E}" presName="negativeSpace" presStyleCnt="0"/>
      <dgm:spPr/>
    </dgm:pt>
    <dgm:pt modelId="{F5A3719F-7ACF-405B-8864-4F1D269D9E18}" type="pres">
      <dgm:prSet presAssocID="{799D7104-BF11-46F0-86BA-31DEBA55388E}" presName="childText" presStyleLbl="conFgAcc1" presStyleIdx="3" presStyleCnt="6">
        <dgm:presLayoutVars>
          <dgm:bulletEnabled val="1"/>
        </dgm:presLayoutVars>
      </dgm:prSet>
      <dgm:spPr/>
    </dgm:pt>
    <dgm:pt modelId="{898FBF1E-AD59-456E-B530-C2465195FB29}" type="pres">
      <dgm:prSet presAssocID="{48BD2127-E90B-4DDD-B301-9F27A5CA1643}" presName="spaceBetweenRectangles" presStyleCnt="0"/>
      <dgm:spPr/>
    </dgm:pt>
    <dgm:pt modelId="{512BDAB3-E985-4974-AF96-1D82C6268E99}" type="pres">
      <dgm:prSet presAssocID="{79722ECC-EA9F-4215-A05F-45C0AD37BD30}" presName="parentLin" presStyleCnt="0"/>
      <dgm:spPr/>
    </dgm:pt>
    <dgm:pt modelId="{20764C04-88D7-46CC-B3E8-03B10C7901E9}" type="pres">
      <dgm:prSet presAssocID="{79722ECC-EA9F-4215-A05F-45C0AD37BD30}" presName="parentLeftMargin" presStyleLbl="node1" presStyleIdx="3" presStyleCnt="6"/>
      <dgm:spPr/>
    </dgm:pt>
    <dgm:pt modelId="{BAC2048E-D1C0-4A76-81F9-A52CAC0238B4}" type="pres">
      <dgm:prSet presAssocID="{79722ECC-EA9F-4215-A05F-45C0AD37BD30}" presName="parentText" presStyleLbl="node1" presStyleIdx="4" presStyleCnt="6">
        <dgm:presLayoutVars>
          <dgm:chMax val="0"/>
          <dgm:bulletEnabled val="1"/>
        </dgm:presLayoutVars>
      </dgm:prSet>
      <dgm:spPr/>
    </dgm:pt>
    <dgm:pt modelId="{1B3633DB-07DD-4D9C-A9FB-D98CC1D37AC6}" type="pres">
      <dgm:prSet presAssocID="{79722ECC-EA9F-4215-A05F-45C0AD37BD30}" presName="negativeSpace" presStyleCnt="0"/>
      <dgm:spPr/>
    </dgm:pt>
    <dgm:pt modelId="{2357B234-E1C4-4810-9806-EED19B7C2C9C}" type="pres">
      <dgm:prSet presAssocID="{79722ECC-EA9F-4215-A05F-45C0AD37BD30}" presName="childText" presStyleLbl="conFgAcc1" presStyleIdx="4" presStyleCnt="6">
        <dgm:presLayoutVars>
          <dgm:bulletEnabled val="1"/>
        </dgm:presLayoutVars>
      </dgm:prSet>
      <dgm:spPr/>
    </dgm:pt>
    <dgm:pt modelId="{0F20FAE4-2BCE-46D9-9842-194A9E4572E7}" type="pres">
      <dgm:prSet presAssocID="{0126E068-4CA9-4AED-9804-474E7BBD6A65}" presName="spaceBetweenRectangles" presStyleCnt="0"/>
      <dgm:spPr/>
    </dgm:pt>
    <dgm:pt modelId="{E2FEEB88-28C4-4F9E-BE24-F34A08435595}" type="pres">
      <dgm:prSet presAssocID="{1F7D4416-8804-4459-A9A9-C5087CB84FE9}" presName="parentLin" presStyleCnt="0"/>
      <dgm:spPr/>
    </dgm:pt>
    <dgm:pt modelId="{E135B908-9D3B-4A15-A77C-73DF414477FB}" type="pres">
      <dgm:prSet presAssocID="{1F7D4416-8804-4459-A9A9-C5087CB84FE9}" presName="parentLeftMargin" presStyleLbl="node1" presStyleIdx="4" presStyleCnt="6"/>
      <dgm:spPr/>
    </dgm:pt>
    <dgm:pt modelId="{6EBDD3E0-567D-4177-8017-75178042CE94}" type="pres">
      <dgm:prSet presAssocID="{1F7D4416-8804-4459-A9A9-C5087CB84FE9}" presName="parentText" presStyleLbl="node1" presStyleIdx="5" presStyleCnt="6">
        <dgm:presLayoutVars>
          <dgm:chMax val="0"/>
          <dgm:bulletEnabled val="1"/>
        </dgm:presLayoutVars>
      </dgm:prSet>
      <dgm:spPr/>
    </dgm:pt>
    <dgm:pt modelId="{B42C3045-1680-4C28-A686-442F72CAACF1}" type="pres">
      <dgm:prSet presAssocID="{1F7D4416-8804-4459-A9A9-C5087CB84FE9}" presName="negativeSpace" presStyleCnt="0"/>
      <dgm:spPr/>
    </dgm:pt>
    <dgm:pt modelId="{BADEE736-CD13-4204-AAE1-BDE7C01177B4}" type="pres">
      <dgm:prSet presAssocID="{1F7D4416-8804-4459-A9A9-C5087CB84FE9}" presName="childText" presStyleLbl="conFgAcc1" presStyleIdx="5" presStyleCnt="6">
        <dgm:presLayoutVars>
          <dgm:bulletEnabled val="1"/>
        </dgm:presLayoutVars>
      </dgm:prSet>
      <dgm:spPr/>
    </dgm:pt>
  </dgm:ptLst>
  <dgm:cxnLst>
    <dgm:cxn modelId="{113FBA01-DD72-4832-B3D0-54DEFC62AE71}" type="presOf" srcId="{A95D308B-9009-4598-BA67-1A18572441F1}" destId="{89CC11BA-CE70-4253-9118-3798ED765BD7}" srcOrd="1" destOrd="0" presId="urn:microsoft.com/office/officeart/2005/8/layout/list1"/>
    <dgm:cxn modelId="{D7A3280A-7845-467E-95F9-B61B691F70C4}" type="presOf" srcId="{3A7CF479-8B29-46A1-BA2F-E90C4CCA664C}" destId="{2357B234-E1C4-4810-9806-EED19B7C2C9C}" srcOrd="0" destOrd="1" presId="urn:microsoft.com/office/officeart/2005/8/layout/list1"/>
    <dgm:cxn modelId="{92447516-1C45-4881-BED8-A83442BF67F2}" srcId="{BAB0FC61-B989-49E3-B6C1-C15FE53022BD}" destId="{1D47B22C-4EE1-483D-B0D6-BAC8B7A5715F}" srcOrd="2" destOrd="0" parTransId="{EC9CFFC6-FF69-4487-89A7-2B61BF68EE5F}" sibTransId="{097CBD58-88E0-4EC8-AD7C-E81B6C3DCB95}"/>
    <dgm:cxn modelId="{9282723C-5337-4FBB-858C-DCEC599C85D4}" type="presOf" srcId="{799D7104-BF11-46F0-86BA-31DEBA55388E}" destId="{DA86536A-E31B-4009-98CF-3C30821D2E5E}" srcOrd="1" destOrd="0" presId="urn:microsoft.com/office/officeart/2005/8/layout/list1"/>
    <dgm:cxn modelId="{E32F615F-3CA6-4528-895B-51ABFE60EBE4}" type="presOf" srcId="{799D7104-BF11-46F0-86BA-31DEBA55388E}" destId="{19E694D6-97FF-42A6-92A8-2197FB4131E0}" srcOrd="0" destOrd="0" presId="urn:microsoft.com/office/officeart/2005/8/layout/list1"/>
    <dgm:cxn modelId="{11631B61-3D9C-4940-967B-672178420975}" type="presOf" srcId="{E6F2F44E-6A4D-4F6A-9D3C-8E759A958DAA}" destId="{CDD12A76-3396-47F0-AE86-8FA2E09DBD38}" srcOrd="1" destOrd="0" presId="urn:microsoft.com/office/officeart/2005/8/layout/list1"/>
    <dgm:cxn modelId="{E23CAF65-D34A-4CA7-9728-488DAA47BCE1}" type="presOf" srcId="{1F7D4416-8804-4459-A9A9-C5087CB84FE9}" destId="{E135B908-9D3B-4A15-A77C-73DF414477FB}" srcOrd="0" destOrd="0" presId="urn:microsoft.com/office/officeart/2005/8/layout/list1"/>
    <dgm:cxn modelId="{D2623D67-B96A-44F1-98B4-3268A361BC6A}" srcId="{BAB0FC61-B989-49E3-B6C1-C15FE53022BD}" destId="{799D7104-BF11-46F0-86BA-31DEBA55388E}" srcOrd="3" destOrd="0" parTransId="{2B2BB882-0BFA-482F-9862-98D0D41B7004}" sibTransId="{48BD2127-E90B-4DDD-B301-9F27A5CA1643}"/>
    <dgm:cxn modelId="{64CEE169-99E7-402B-A303-5A3CE20C2D68}" srcId="{BAB0FC61-B989-49E3-B6C1-C15FE53022BD}" destId="{79722ECC-EA9F-4215-A05F-45C0AD37BD30}" srcOrd="4" destOrd="0" parTransId="{395FE6A5-6961-469E-9D82-978B4F611A06}" sibTransId="{0126E068-4CA9-4AED-9804-474E7BBD6A65}"/>
    <dgm:cxn modelId="{B5454450-B219-4A6C-ABE1-02C9E3B961E9}" type="presOf" srcId="{A95D308B-9009-4598-BA67-1A18572441F1}" destId="{C09AC76D-42D3-4D48-B40D-30908789FF48}" srcOrd="0" destOrd="0" presId="urn:microsoft.com/office/officeart/2005/8/layout/list1"/>
    <dgm:cxn modelId="{EDA33E54-BD7C-4F1B-BA4B-D1615D6817C9}" srcId="{79722ECC-EA9F-4215-A05F-45C0AD37BD30}" destId="{4BAD4B0D-A3CE-489A-89D6-185FB6E9030B}" srcOrd="0" destOrd="0" parTransId="{0D3AFD30-B81E-4CA8-8772-E1E80DEA989E}" sibTransId="{75D4DB42-DDD7-4224-A8AF-B35B638B6830}"/>
    <dgm:cxn modelId="{1B291178-5B0E-4670-8AA0-172DF2690ED7}" srcId="{BAB0FC61-B989-49E3-B6C1-C15FE53022BD}" destId="{1F7D4416-8804-4459-A9A9-C5087CB84FE9}" srcOrd="5" destOrd="0" parTransId="{05BC33DF-994B-4DB2-8DC7-9F126BC52A2F}" sibTransId="{CE7EC778-E9C4-425B-AB94-102AC62DA9D3}"/>
    <dgm:cxn modelId="{61CCA45A-D9A1-4DDC-BB7B-867A1A03AF61}" type="presOf" srcId="{1F7D4416-8804-4459-A9A9-C5087CB84FE9}" destId="{6EBDD3E0-567D-4177-8017-75178042CE94}" srcOrd="1" destOrd="0" presId="urn:microsoft.com/office/officeart/2005/8/layout/list1"/>
    <dgm:cxn modelId="{4984A87B-4C7A-4D49-95C9-2A2C32B2F88B}" type="presOf" srcId="{4BAD4B0D-A3CE-489A-89D6-185FB6E9030B}" destId="{2357B234-E1C4-4810-9806-EED19B7C2C9C}" srcOrd="0" destOrd="0" presId="urn:microsoft.com/office/officeart/2005/8/layout/list1"/>
    <dgm:cxn modelId="{4C38A38E-29E2-47F4-A77C-2F2143D47622}" type="presOf" srcId="{BAB0FC61-B989-49E3-B6C1-C15FE53022BD}" destId="{E353C34F-7545-46EF-B7AB-A1C4EB1DF86D}" srcOrd="0" destOrd="0" presId="urn:microsoft.com/office/officeart/2005/8/layout/list1"/>
    <dgm:cxn modelId="{E9F6209B-07CC-4716-BD07-9363443AF08F}" type="presOf" srcId="{79722ECC-EA9F-4215-A05F-45C0AD37BD30}" destId="{20764C04-88D7-46CC-B3E8-03B10C7901E9}" srcOrd="0" destOrd="0" presId="urn:microsoft.com/office/officeart/2005/8/layout/list1"/>
    <dgm:cxn modelId="{FAAB50A3-A7FD-4261-B7C0-DA3CA43D66E1}" type="presOf" srcId="{1D47B22C-4EE1-483D-B0D6-BAC8B7A5715F}" destId="{633D36DE-4358-4390-96BF-0BE800092117}" srcOrd="0" destOrd="0" presId="urn:microsoft.com/office/officeart/2005/8/layout/list1"/>
    <dgm:cxn modelId="{0618EAB7-A91F-4F5B-9389-8829CA789CB7}" srcId="{BAB0FC61-B989-49E3-B6C1-C15FE53022BD}" destId="{A95D308B-9009-4598-BA67-1A18572441F1}" srcOrd="0" destOrd="0" parTransId="{4006DC4B-299B-47A3-A355-376A70D862BF}" sibTransId="{D6323DAB-127A-4ABB-AA17-73CBDD6BE636}"/>
    <dgm:cxn modelId="{A3DF6DC4-D0B5-4184-9F54-E186E79DB5D0}" type="presOf" srcId="{1D47B22C-4EE1-483D-B0D6-BAC8B7A5715F}" destId="{9860FEB9-AA89-40C6-8380-162497C6FB35}" srcOrd="1" destOrd="0" presId="urn:microsoft.com/office/officeart/2005/8/layout/list1"/>
    <dgm:cxn modelId="{9A753CD7-7A09-4A39-8622-32C205232288}" srcId="{BAB0FC61-B989-49E3-B6C1-C15FE53022BD}" destId="{E6F2F44E-6A4D-4F6A-9D3C-8E759A958DAA}" srcOrd="1" destOrd="0" parTransId="{82D5040E-C2BA-4C2E-AA87-ADF7944C6869}" sibTransId="{760419EB-A903-4644-981F-E0BBBCFC39C0}"/>
    <dgm:cxn modelId="{0A85EED9-F42C-4E5E-8D24-877BA780D9FD}" srcId="{79722ECC-EA9F-4215-A05F-45C0AD37BD30}" destId="{3A7CF479-8B29-46A1-BA2F-E90C4CCA664C}" srcOrd="1" destOrd="0" parTransId="{63240D8A-0FB3-437B-9809-9FCDFE063BF6}" sibTransId="{EF6EBCFA-AA60-4E8C-895B-E863998AB1AF}"/>
    <dgm:cxn modelId="{6270DEDC-C586-47AF-AC34-DA295BAB1A01}" type="presOf" srcId="{79722ECC-EA9F-4215-A05F-45C0AD37BD30}" destId="{BAC2048E-D1C0-4A76-81F9-A52CAC0238B4}" srcOrd="1" destOrd="0" presId="urn:microsoft.com/office/officeart/2005/8/layout/list1"/>
    <dgm:cxn modelId="{8366EFF5-DCDF-460E-AC02-9BF636CACCCC}" type="presOf" srcId="{E6F2F44E-6A4D-4F6A-9D3C-8E759A958DAA}" destId="{77678B3B-66AB-4FC6-9F41-CD0F622B67D9}" srcOrd="0" destOrd="0" presId="urn:microsoft.com/office/officeart/2005/8/layout/list1"/>
    <dgm:cxn modelId="{03E6AD0A-6F35-451D-9D7D-10EC2A6E9C0A}" type="presParOf" srcId="{E353C34F-7545-46EF-B7AB-A1C4EB1DF86D}" destId="{C6C10A36-37B5-450E-B8E4-D69B827EC0D8}" srcOrd="0" destOrd="0" presId="urn:microsoft.com/office/officeart/2005/8/layout/list1"/>
    <dgm:cxn modelId="{214474CE-973F-488E-904B-C3759F8834A7}" type="presParOf" srcId="{C6C10A36-37B5-450E-B8E4-D69B827EC0D8}" destId="{C09AC76D-42D3-4D48-B40D-30908789FF48}" srcOrd="0" destOrd="0" presId="urn:microsoft.com/office/officeart/2005/8/layout/list1"/>
    <dgm:cxn modelId="{4402DAF6-9FDD-43BF-B334-4B1DB381D8D0}" type="presParOf" srcId="{C6C10A36-37B5-450E-B8E4-D69B827EC0D8}" destId="{89CC11BA-CE70-4253-9118-3798ED765BD7}" srcOrd="1" destOrd="0" presId="urn:microsoft.com/office/officeart/2005/8/layout/list1"/>
    <dgm:cxn modelId="{A368DD91-EF6A-4B04-9FA6-17A3ABFEB84C}" type="presParOf" srcId="{E353C34F-7545-46EF-B7AB-A1C4EB1DF86D}" destId="{F78565C1-546B-4D94-B64C-DD67B40E6AD8}" srcOrd="1" destOrd="0" presId="urn:microsoft.com/office/officeart/2005/8/layout/list1"/>
    <dgm:cxn modelId="{505AE1A6-CE17-4035-9C6C-7B42EB95A027}" type="presParOf" srcId="{E353C34F-7545-46EF-B7AB-A1C4EB1DF86D}" destId="{F10F036B-4F8F-4FDA-BC08-1F9C7740370A}" srcOrd="2" destOrd="0" presId="urn:microsoft.com/office/officeart/2005/8/layout/list1"/>
    <dgm:cxn modelId="{76FD3EA3-F892-4C8C-9118-11AF611CDA60}" type="presParOf" srcId="{E353C34F-7545-46EF-B7AB-A1C4EB1DF86D}" destId="{1C3A25E6-D748-476C-9D03-038EDE3D70A5}" srcOrd="3" destOrd="0" presId="urn:microsoft.com/office/officeart/2005/8/layout/list1"/>
    <dgm:cxn modelId="{836214D0-8318-46D4-92F4-02CFE4ACCD94}" type="presParOf" srcId="{E353C34F-7545-46EF-B7AB-A1C4EB1DF86D}" destId="{D0BC112F-1EA8-4FA6-9CF3-0EC90AA1DBE7}" srcOrd="4" destOrd="0" presId="urn:microsoft.com/office/officeart/2005/8/layout/list1"/>
    <dgm:cxn modelId="{115AAB77-FC4F-44D0-99F1-B5FB9AED327F}" type="presParOf" srcId="{D0BC112F-1EA8-4FA6-9CF3-0EC90AA1DBE7}" destId="{77678B3B-66AB-4FC6-9F41-CD0F622B67D9}" srcOrd="0" destOrd="0" presId="urn:microsoft.com/office/officeart/2005/8/layout/list1"/>
    <dgm:cxn modelId="{3FF5EA43-D563-45D4-AFAD-430442DE3E68}" type="presParOf" srcId="{D0BC112F-1EA8-4FA6-9CF3-0EC90AA1DBE7}" destId="{CDD12A76-3396-47F0-AE86-8FA2E09DBD38}" srcOrd="1" destOrd="0" presId="urn:microsoft.com/office/officeart/2005/8/layout/list1"/>
    <dgm:cxn modelId="{0F4928B9-10B8-457D-944B-172BC7C4F863}" type="presParOf" srcId="{E353C34F-7545-46EF-B7AB-A1C4EB1DF86D}" destId="{54D843DD-B32C-4401-B9FD-7F76149283A5}" srcOrd="5" destOrd="0" presId="urn:microsoft.com/office/officeart/2005/8/layout/list1"/>
    <dgm:cxn modelId="{BB7E4DC8-7F5E-4B1C-84F4-1FB14FA43C7E}" type="presParOf" srcId="{E353C34F-7545-46EF-B7AB-A1C4EB1DF86D}" destId="{A120848F-EEBE-45D6-9D83-9D16585FC73C}" srcOrd="6" destOrd="0" presId="urn:microsoft.com/office/officeart/2005/8/layout/list1"/>
    <dgm:cxn modelId="{8F4BB293-7672-4BE8-B1D1-318AAA8B4D3A}" type="presParOf" srcId="{E353C34F-7545-46EF-B7AB-A1C4EB1DF86D}" destId="{D2879CAD-0143-4AF1-AD25-4FD39D954DC5}" srcOrd="7" destOrd="0" presId="urn:microsoft.com/office/officeart/2005/8/layout/list1"/>
    <dgm:cxn modelId="{C8306E24-C9FD-47E6-ABBA-EB623B66AA30}" type="presParOf" srcId="{E353C34F-7545-46EF-B7AB-A1C4EB1DF86D}" destId="{A002765E-7DE1-43B9-96BA-FCDD0534F98A}" srcOrd="8" destOrd="0" presId="urn:microsoft.com/office/officeart/2005/8/layout/list1"/>
    <dgm:cxn modelId="{4A5CB5E6-51B8-4DF2-801C-E5EBF6051B47}" type="presParOf" srcId="{A002765E-7DE1-43B9-96BA-FCDD0534F98A}" destId="{633D36DE-4358-4390-96BF-0BE800092117}" srcOrd="0" destOrd="0" presId="urn:microsoft.com/office/officeart/2005/8/layout/list1"/>
    <dgm:cxn modelId="{E992C9C7-E99A-4DA8-994B-8E3B8238B135}" type="presParOf" srcId="{A002765E-7DE1-43B9-96BA-FCDD0534F98A}" destId="{9860FEB9-AA89-40C6-8380-162497C6FB35}" srcOrd="1" destOrd="0" presId="urn:microsoft.com/office/officeart/2005/8/layout/list1"/>
    <dgm:cxn modelId="{B05BF001-7767-4380-92B5-FB1CE00245F7}" type="presParOf" srcId="{E353C34F-7545-46EF-B7AB-A1C4EB1DF86D}" destId="{1613E1B8-A805-4837-B31E-0DD7216E62DA}" srcOrd="9" destOrd="0" presId="urn:microsoft.com/office/officeart/2005/8/layout/list1"/>
    <dgm:cxn modelId="{55236A9D-C927-4568-BC93-769347AB3783}" type="presParOf" srcId="{E353C34F-7545-46EF-B7AB-A1C4EB1DF86D}" destId="{F73F00B9-7F5C-4EDF-A508-C167D676CDC3}" srcOrd="10" destOrd="0" presId="urn:microsoft.com/office/officeart/2005/8/layout/list1"/>
    <dgm:cxn modelId="{0C814450-B863-4803-8FDF-9D2D1F78B10B}" type="presParOf" srcId="{E353C34F-7545-46EF-B7AB-A1C4EB1DF86D}" destId="{36D7B2AA-DE0D-47EE-AAB1-248A47301D2D}" srcOrd="11" destOrd="0" presId="urn:microsoft.com/office/officeart/2005/8/layout/list1"/>
    <dgm:cxn modelId="{0904A8F6-671E-43DF-B852-0BF6F890B5B3}" type="presParOf" srcId="{E353C34F-7545-46EF-B7AB-A1C4EB1DF86D}" destId="{AB7D14BA-07DB-4C4F-9E43-4E67FCAFE914}" srcOrd="12" destOrd="0" presId="urn:microsoft.com/office/officeart/2005/8/layout/list1"/>
    <dgm:cxn modelId="{A8A938B5-CC63-4322-8EE4-724722E75B04}" type="presParOf" srcId="{AB7D14BA-07DB-4C4F-9E43-4E67FCAFE914}" destId="{19E694D6-97FF-42A6-92A8-2197FB4131E0}" srcOrd="0" destOrd="0" presId="urn:microsoft.com/office/officeart/2005/8/layout/list1"/>
    <dgm:cxn modelId="{3EAD816D-FA25-4C08-B60B-B858E5C930B9}" type="presParOf" srcId="{AB7D14BA-07DB-4C4F-9E43-4E67FCAFE914}" destId="{DA86536A-E31B-4009-98CF-3C30821D2E5E}" srcOrd="1" destOrd="0" presId="urn:microsoft.com/office/officeart/2005/8/layout/list1"/>
    <dgm:cxn modelId="{5F478737-39BF-469C-ACFC-0C8A508C8EE4}" type="presParOf" srcId="{E353C34F-7545-46EF-B7AB-A1C4EB1DF86D}" destId="{575DF3A7-230D-4D52-9CDB-6F7AE1BD99B1}" srcOrd="13" destOrd="0" presId="urn:microsoft.com/office/officeart/2005/8/layout/list1"/>
    <dgm:cxn modelId="{BC6474CA-F0D0-4159-8AD7-FE7F46DFEB01}" type="presParOf" srcId="{E353C34F-7545-46EF-B7AB-A1C4EB1DF86D}" destId="{F5A3719F-7ACF-405B-8864-4F1D269D9E18}" srcOrd="14" destOrd="0" presId="urn:microsoft.com/office/officeart/2005/8/layout/list1"/>
    <dgm:cxn modelId="{7042666F-E4FF-4140-94F2-B1BB7E7FA01C}" type="presParOf" srcId="{E353C34F-7545-46EF-B7AB-A1C4EB1DF86D}" destId="{898FBF1E-AD59-456E-B530-C2465195FB29}" srcOrd="15" destOrd="0" presId="urn:microsoft.com/office/officeart/2005/8/layout/list1"/>
    <dgm:cxn modelId="{3FB46A64-CEBB-4AAA-B042-28378DC39F17}" type="presParOf" srcId="{E353C34F-7545-46EF-B7AB-A1C4EB1DF86D}" destId="{512BDAB3-E985-4974-AF96-1D82C6268E99}" srcOrd="16" destOrd="0" presId="urn:microsoft.com/office/officeart/2005/8/layout/list1"/>
    <dgm:cxn modelId="{62EE95FE-7AC2-4EA6-944E-673100522E0C}" type="presParOf" srcId="{512BDAB3-E985-4974-AF96-1D82C6268E99}" destId="{20764C04-88D7-46CC-B3E8-03B10C7901E9}" srcOrd="0" destOrd="0" presId="urn:microsoft.com/office/officeart/2005/8/layout/list1"/>
    <dgm:cxn modelId="{7E636D10-CF14-4331-846F-015D92C0672B}" type="presParOf" srcId="{512BDAB3-E985-4974-AF96-1D82C6268E99}" destId="{BAC2048E-D1C0-4A76-81F9-A52CAC0238B4}" srcOrd="1" destOrd="0" presId="urn:microsoft.com/office/officeart/2005/8/layout/list1"/>
    <dgm:cxn modelId="{7277EB36-3E38-4432-8658-095AC934E901}" type="presParOf" srcId="{E353C34F-7545-46EF-B7AB-A1C4EB1DF86D}" destId="{1B3633DB-07DD-4D9C-A9FB-D98CC1D37AC6}" srcOrd="17" destOrd="0" presId="urn:microsoft.com/office/officeart/2005/8/layout/list1"/>
    <dgm:cxn modelId="{4D2A9A6C-83F2-4713-B07D-2669D39D9B3F}" type="presParOf" srcId="{E353C34F-7545-46EF-B7AB-A1C4EB1DF86D}" destId="{2357B234-E1C4-4810-9806-EED19B7C2C9C}" srcOrd="18" destOrd="0" presId="urn:microsoft.com/office/officeart/2005/8/layout/list1"/>
    <dgm:cxn modelId="{64F7B769-DA1D-4082-AB41-CC179D2EF8E2}" type="presParOf" srcId="{E353C34F-7545-46EF-B7AB-A1C4EB1DF86D}" destId="{0F20FAE4-2BCE-46D9-9842-194A9E4572E7}" srcOrd="19" destOrd="0" presId="urn:microsoft.com/office/officeart/2005/8/layout/list1"/>
    <dgm:cxn modelId="{6190F71C-592C-4797-9AA6-DDD401558D51}" type="presParOf" srcId="{E353C34F-7545-46EF-B7AB-A1C4EB1DF86D}" destId="{E2FEEB88-28C4-4F9E-BE24-F34A08435595}" srcOrd="20" destOrd="0" presId="urn:microsoft.com/office/officeart/2005/8/layout/list1"/>
    <dgm:cxn modelId="{B68E94F0-27D3-4D16-AA9F-AA21E02421EF}" type="presParOf" srcId="{E2FEEB88-28C4-4F9E-BE24-F34A08435595}" destId="{E135B908-9D3B-4A15-A77C-73DF414477FB}" srcOrd="0" destOrd="0" presId="urn:microsoft.com/office/officeart/2005/8/layout/list1"/>
    <dgm:cxn modelId="{BE4EDADD-3225-4B84-BC41-5BCBF611570C}" type="presParOf" srcId="{E2FEEB88-28C4-4F9E-BE24-F34A08435595}" destId="{6EBDD3E0-567D-4177-8017-75178042CE94}" srcOrd="1" destOrd="0" presId="urn:microsoft.com/office/officeart/2005/8/layout/list1"/>
    <dgm:cxn modelId="{0D5E1415-3F59-4CC7-AA61-B610225812BC}" type="presParOf" srcId="{E353C34F-7545-46EF-B7AB-A1C4EB1DF86D}" destId="{B42C3045-1680-4C28-A686-442F72CAACF1}" srcOrd="21" destOrd="0" presId="urn:microsoft.com/office/officeart/2005/8/layout/list1"/>
    <dgm:cxn modelId="{FDC47C4A-BCAB-48E2-8872-CC13EC667CC2}" type="presParOf" srcId="{E353C34F-7545-46EF-B7AB-A1C4EB1DF86D}" destId="{BADEE736-CD13-4204-AAE1-BDE7C01177B4}"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D421C3-BD00-4451-821B-B6271D78D7FA}" type="doc">
      <dgm:prSet loTypeId="urn:microsoft.com/office/officeart/2016/7/layout/LinearBlockProcessNumbered" loCatId="process" qsTypeId="urn:microsoft.com/office/officeart/2005/8/quickstyle/simple1" qsCatId="simple" csTypeId="urn:microsoft.com/office/officeart/2005/8/colors/accent1_2" csCatId="accent1" phldr="1"/>
      <dgm:spPr/>
      <dgm:t>
        <a:bodyPr/>
        <a:lstStyle/>
        <a:p>
          <a:endParaRPr lang="en-US"/>
        </a:p>
      </dgm:t>
    </dgm:pt>
    <dgm:pt modelId="{6998643C-FF53-4C0D-B5A5-8A417BC084C7}">
      <dgm:prSet/>
      <dgm:spPr/>
      <dgm:t>
        <a:bodyPr/>
        <a:lstStyle/>
        <a:p>
          <a:endParaRPr lang="en-US"/>
        </a:p>
      </dgm:t>
    </dgm:pt>
    <dgm:pt modelId="{993DD686-038D-46EB-903E-862EEA8A2429}" type="parTrans" cxnId="{E68A009A-653D-445B-B59F-AE755D7331B5}">
      <dgm:prSet/>
      <dgm:spPr/>
      <dgm:t>
        <a:bodyPr/>
        <a:lstStyle/>
        <a:p>
          <a:endParaRPr lang="en-US"/>
        </a:p>
      </dgm:t>
    </dgm:pt>
    <dgm:pt modelId="{A64196CB-3AEA-44CA-90E1-B4F2AF98C8C7}" type="sibTrans" cxnId="{E68A009A-653D-445B-B59F-AE755D7331B5}">
      <dgm:prSet phldrT="01"/>
      <dgm:spPr/>
      <dgm:t>
        <a:bodyPr/>
        <a:lstStyle/>
        <a:p>
          <a:r>
            <a:rPr lang="en-US"/>
            <a:t>01</a:t>
          </a:r>
        </a:p>
      </dgm:t>
    </dgm:pt>
    <dgm:pt modelId="{7B322B42-305C-43F8-B4A2-CA893B79AE2E}">
      <dgm:prSet/>
      <dgm:spPr/>
      <dgm:t>
        <a:bodyPr/>
        <a:lstStyle/>
        <a:p>
          <a:r>
            <a:rPr lang="en-US"/>
            <a:t>Identify Data Issues: Resolve structural inconsistencies during the exploratory phase.</a:t>
          </a:r>
        </a:p>
      </dgm:t>
    </dgm:pt>
    <dgm:pt modelId="{396A133D-E8CD-4008-8757-4071B1EE297A}" type="parTrans" cxnId="{A51F3C2D-5DBC-4A61-B528-EC628BE45D6C}">
      <dgm:prSet/>
      <dgm:spPr/>
      <dgm:t>
        <a:bodyPr/>
        <a:lstStyle/>
        <a:p>
          <a:endParaRPr lang="en-US"/>
        </a:p>
      </dgm:t>
    </dgm:pt>
    <dgm:pt modelId="{B598D89F-F8A3-42AD-83AD-EE6C2A3DCF46}" type="sibTrans" cxnId="{A51F3C2D-5DBC-4A61-B528-EC628BE45D6C}">
      <dgm:prSet/>
      <dgm:spPr/>
      <dgm:t>
        <a:bodyPr/>
        <a:lstStyle/>
        <a:p>
          <a:endParaRPr lang="en-US"/>
        </a:p>
      </dgm:t>
    </dgm:pt>
    <dgm:pt modelId="{78C61A52-2C1C-4B99-B6D8-3590E6DBB97E}">
      <dgm:prSet/>
      <dgm:spPr/>
      <dgm:t>
        <a:bodyPr/>
        <a:lstStyle/>
        <a:p>
          <a:endParaRPr lang="en-US"/>
        </a:p>
      </dgm:t>
    </dgm:pt>
    <dgm:pt modelId="{418D99A4-70F3-41CE-84B7-60140F0EBDEB}" type="parTrans" cxnId="{F8ADC089-25DC-4CD0-A601-47799A0DD6FC}">
      <dgm:prSet/>
      <dgm:spPr/>
      <dgm:t>
        <a:bodyPr/>
        <a:lstStyle/>
        <a:p>
          <a:endParaRPr lang="en-US"/>
        </a:p>
      </dgm:t>
    </dgm:pt>
    <dgm:pt modelId="{F36649E4-79D7-4AB4-9E81-7DD28189797A}" type="sibTrans" cxnId="{F8ADC089-25DC-4CD0-A601-47799A0DD6FC}">
      <dgm:prSet phldrT="02"/>
      <dgm:spPr/>
      <dgm:t>
        <a:bodyPr/>
        <a:lstStyle/>
        <a:p>
          <a:r>
            <a:rPr lang="en-US"/>
            <a:t>02</a:t>
          </a:r>
        </a:p>
      </dgm:t>
    </dgm:pt>
    <dgm:pt modelId="{57CCDCFA-7ADD-4E35-A7F8-BEA34D4BFE4F}">
      <dgm:prSet/>
      <dgm:spPr/>
      <dgm:t>
        <a:bodyPr/>
        <a:lstStyle/>
        <a:p>
          <a:r>
            <a:rPr lang="en-US"/>
            <a:t>Isolate High-Risk Groups: Highlight patient cohorts with elevated readmission rates.</a:t>
          </a:r>
        </a:p>
      </dgm:t>
    </dgm:pt>
    <dgm:pt modelId="{142B3DF3-7987-4799-BD3A-EDC07D7DB94A}" type="parTrans" cxnId="{CFB4E3D1-616A-439A-A9DB-FC8535F9F877}">
      <dgm:prSet/>
      <dgm:spPr/>
      <dgm:t>
        <a:bodyPr/>
        <a:lstStyle/>
        <a:p>
          <a:endParaRPr lang="en-US"/>
        </a:p>
      </dgm:t>
    </dgm:pt>
    <dgm:pt modelId="{09E019FE-0B73-47E2-9F9E-BBC56922CBA7}" type="sibTrans" cxnId="{CFB4E3D1-616A-439A-A9DB-FC8535F9F877}">
      <dgm:prSet/>
      <dgm:spPr/>
      <dgm:t>
        <a:bodyPr/>
        <a:lstStyle/>
        <a:p>
          <a:endParaRPr lang="en-US"/>
        </a:p>
      </dgm:t>
    </dgm:pt>
    <dgm:pt modelId="{A0662830-D0C0-492C-9201-B481EA267F82}">
      <dgm:prSet/>
      <dgm:spPr/>
      <dgm:t>
        <a:bodyPr/>
        <a:lstStyle/>
        <a:p>
          <a:endParaRPr lang="en-US"/>
        </a:p>
      </dgm:t>
    </dgm:pt>
    <dgm:pt modelId="{2026F9E2-54D5-4E39-8B2F-4406FA04D087}" type="parTrans" cxnId="{BFA02F87-1C49-4A12-A8F2-CBBE32B967B0}">
      <dgm:prSet/>
      <dgm:spPr/>
      <dgm:t>
        <a:bodyPr/>
        <a:lstStyle/>
        <a:p>
          <a:endParaRPr lang="en-US"/>
        </a:p>
      </dgm:t>
    </dgm:pt>
    <dgm:pt modelId="{B35C5D83-E5E7-4429-A5B6-8803DE375F20}" type="sibTrans" cxnId="{BFA02F87-1C49-4A12-A8F2-CBBE32B967B0}">
      <dgm:prSet phldrT="03"/>
      <dgm:spPr/>
      <dgm:t>
        <a:bodyPr/>
        <a:lstStyle/>
        <a:p>
          <a:r>
            <a:rPr lang="en-US"/>
            <a:t>03</a:t>
          </a:r>
        </a:p>
      </dgm:t>
    </dgm:pt>
    <dgm:pt modelId="{9000462D-0FF2-4127-AA0F-34CA3277893E}">
      <dgm:prSet/>
      <dgm:spPr/>
      <dgm:t>
        <a:bodyPr/>
        <a:lstStyle/>
        <a:p>
          <a:r>
            <a:rPr lang="en-US"/>
            <a:t>Establish Baseline Metrics: Build the data foundation necessary to predict and reduce future readmissions.</a:t>
          </a:r>
        </a:p>
      </dgm:t>
    </dgm:pt>
    <dgm:pt modelId="{E7547548-EA26-4635-AA38-F34555647E97}" type="parTrans" cxnId="{DE26410A-9FE9-481F-B476-C2FA5A2BF3E4}">
      <dgm:prSet/>
      <dgm:spPr/>
      <dgm:t>
        <a:bodyPr/>
        <a:lstStyle/>
        <a:p>
          <a:endParaRPr lang="en-US"/>
        </a:p>
      </dgm:t>
    </dgm:pt>
    <dgm:pt modelId="{69E77E0C-B386-4EC6-B09F-F0A3F8A69A5E}" type="sibTrans" cxnId="{DE26410A-9FE9-481F-B476-C2FA5A2BF3E4}">
      <dgm:prSet/>
      <dgm:spPr/>
      <dgm:t>
        <a:bodyPr/>
        <a:lstStyle/>
        <a:p>
          <a:endParaRPr lang="en-US"/>
        </a:p>
      </dgm:t>
    </dgm:pt>
    <dgm:pt modelId="{54FAED40-573A-4D99-AF99-21BD195A736B}" type="pres">
      <dgm:prSet presAssocID="{9BD421C3-BD00-4451-821B-B6271D78D7FA}" presName="Name0" presStyleCnt="0">
        <dgm:presLayoutVars>
          <dgm:animLvl val="lvl"/>
          <dgm:resizeHandles val="exact"/>
        </dgm:presLayoutVars>
      </dgm:prSet>
      <dgm:spPr/>
    </dgm:pt>
    <dgm:pt modelId="{C6BBE0B1-80C8-40C5-9DCB-E821FC3A51F1}" type="pres">
      <dgm:prSet presAssocID="{6998643C-FF53-4C0D-B5A5-8A417BC084C7}" presName="compositeNode" presStyleCnt="0">
        <dgm:presLayoutVars>
          <dgm:bulletEnabled val="1"/>
        </dgm:presLayoutVars>
      </dgm:prSet>
      <dgm:spPr/>
    </dgm:pt>
    <dgm:pt modelId="{ECF5FD0A-C887-425B-A9F3-DD56C51267E1}" type="pres">
      <dgm:prSet presAssocID="{6998643C-FF53-4C0D-B5A5-8A417BC084C7}" presName="bgRect" presStyleLbl="alignNode1" presStyleIdx="0" presStyleCnt="3"/>
      <dgm:spPr/>
    </dgm:pt>
    <dgm:pt modelId="{FB45573C-9F8E-4714-A515-C26AE333A941}" type="pres">
      <dgm:prSet presAssocID="{A64196CB-3AEA-44CA-90E1-B4F2AF98C8C7}" presName="sibTransNodeRect" presStyleLbl="alignNode1" presStyleIdx="0" presStyleCnt="3">
        <dgm:presLayoutVars>
          <dgm:chMax val="0"/>
          <dgm:bulletEnabled val="1"/>
        </dgm:presLayoutVars>
      </dgm:prSet>
      <dgm:spPr/>
    </dgm:pt>
    <dgm:pt modelId="{77F399F6-E4FF-4093-BD21-9276D926776A}" type="pres">
      <dgm:prSet presAssocID="{6998643C-FF53-4C0D-B5A5-8A417BC084C7}" presName="nodeRect" presStyleLbl="alignNode1" presStyleIdx="0" presStyleCnt="3">
        <dgm:presLayoutVars>
          <dgm:bulletEnabled val="1"/>
        </dgm:presLayoutVars>
      </dgm:prSet>
      <dgm:spPr/>
    </dgm:pt>
    <dgm:pt modelId="{CCC29CC8-34C5-48BF-A620-4CA3D851383B}" type="pres">
      <dgm:prSet presAssocID="{A64196CB-3AEA-44CA-90E1-B4F2AF98C8C7}" presName="sibTrans" presStyleCnt="0"/>
      <dgm:spPr/>
    </dgm:pt>
    <dgm:pt modelId="{0CE52757-CBAE-4BEA-B7EC-24B3C6104DB2}" type="pres">
      <dgm:prSet presAssocID="{78C61A52-2C1C-4B99-B6D8-3590E6DBB97E}" presName="compositeNode" presStyleCnt="0">
        <dgm:presLayoutVars>
          <dgm:bulletEnabled val="1"/>
        </dgm:presLayoutVars>
      </dgm:prSet>
      <dgm:spPr/>
    </dgm:pt>
    <dgm:pt modelId="{BA4DED4F-979D-44D0-80F0-2A62FD20A8CB}" type="pres">
      <dgm:prSet presAssocID="{78C61A52-2C1C-4B99-B6D8-3590E6DBB97E}" presName="bgRect" presStyleLbl="alignNode1" presStyleIdx="1" presStyleCnt="3"/>
      <dgm:spPr/>
    </dgm:pt>
    <dgm:pt modelId="{3C541E5A-3752-4C26-9085-BF7AE2A06210}" type="pres">
      <dgm:prSet presAssocID="{F36649E4-79D7-4AB4-9E81-7DD28189797A}" presName="sibTransNodeRect" presStyleLbl="alignNode1" presStyleIdx="1" presStyleCnt="3">
        <dgm:presLayoutVars>
          <dgm:chMax val="0"/>
          <dgm:bulletEnabled val="1"/>
        </dgm:presLayoutVars>
      </dgm:prSet>
      <dgm:spPr/>
    </dgm:pt>
    <dgm:pt modelId="{6152DE48-1771-44AD-A204-54B1B8278559}" type="pres">
      <dgm:prSet presAssocID="{78C61A52-2C1C-4B99-B6D8-3590E6DBB97E}" presName="nodeRect" presStyleLbl="alignNode1" presStyleIdx="1" presStyleCnt="3">
        <dgm:presLayoutVars>
          <dgm:bulletEnabled val="1"/>
        </dgm:presLayoutVars>
      </dgm:prSet>
      <dgm:spPr/>
    </dgm:pt>
    <dgm:pt modelId="{A0C8B9BF-8B70-4083-8E7F-AF8299635242}" type="pres">
      <dgm:prSet presAssocID="{F36649E4-79D7-4AB4-9E81-7DD28189797A}" presName="sibTrans" presStyleCnt="0"/>
      <dgm:spPr/>
    </dgm:pt>
    <dgm:pt modelId="{455F6475-3910-4A6B-A227-BC0860299AA3}" type="pres">
      <dgm:prSet presAssocID="{A0662830-D0C0-492C-9201-B481EA267F82}" presName="compositeNode" presStyleCnt="0">
        <dgm:presLayoutVars>
          <dgm:bulletEnabled val="1"/>
        </dgm:presLayoutVars>
      </dgm:prSet>
      <dgm:spPr/>
    </dgm:pt>
    <dgm:pt modelId="{4DDC30DA-4962-49E9-ADA6-F8D08A9F468D}" type="pres">
      <dgm:prSet presAssocID="{A0662830-D0C0-492C-9201-B481EA267F82}" presName="bgRect" presStyleLbl="alignNode1" presStyleIdx="2" presStyleCnt="3"/>
      <dgm:spPr/>
    </dgm:pt>
    <dgm:pt modelId="{748060A4-AE41-4295-8930-2F402795E799}" type="pres">
      <dgm:prSet presAssocID="{B35C5D83-E5E7-4429-A5B6-8803DE375F20}" presName="sibTransNodeRect" presStyleLbl="alignNode1" presStyleIdx="2" presStyleCnt="3">
        <dgm:presLayoutVars>
          <dgm:chMax val="0"/>
          <dgm:bulletEnabled val="1"/>
        </dgm:presLayoutVars>
      </dgm:prSet>
      <dgm:spPr/>
    </dgm:pt>
    <dgm:pt modelId="{4D0AE9A2-8152-4377-9359-4007170F08DD}" type="pres">
      <dgm:prSet presAssocID="{A0662830-D0C0-492C-9201-B481EA267F82}" presName="nodeRect" presStyleLbl="alignNode1" presStyleIdx="2" presStyleCnt="3">
        <dgm:presLayoutVars>
          <dgm:bulletEnabled val="1"/>
        </dgm:presLayoutVars>
      </dgm:prSet>
      <dgm:spPr/>
    </dgm:pt>
  </dgm:ptLst>
  <dgm:cxnLst>
    <dgm:cxn modelId="{735AAE01-6CE4-4881-B88F-A5AAE7947B8B}" type="presOf" srcId="{78C61A52-2C1C-4B99-B6D8-3590E6DBB97E}" destId="{BA4DED4F-979D-44D0-80F0-2A62FD20A8CB}" srcOrd="0" destOrd="0" presId="urn:microsoft.com/office/officeart/2016/7/layout/LinearBlockProcessNumbered"/>
    <dgm:cxn modelId="{DE26410A-9FE9-481F-B476-C2FA5A2BF3E4}" srcId="{A0662830-D0C0-492C-9201-B481EA267F82}" destId="{9000462D-0FF2-4127-AA0F-34CA3277893E}" srcOrd="0" destOrd="0" parTransId="{E7547548-EA26-4635-AA38-F34555647E97}" sibTransId="{69E77E0C-B386-4EC6-B09F-F0A3F8A69A5E}"/>
    <dgm:cxn modelId="{8E32630A-ECD7-4DD7-9BA5-630AE0DE4A19}" type="presOf" srcId="{A64196CB-3AEA-44CA-90E1-B4F2AF98C8C7}" destId="{FB45573C-9F8E-4714-A515-C26AE333A941}" srcOrd="0" destOrd="0" presId="urn:microsoft.com/office/officeart/2016/7/layout/LinearBlockProcessNumbered"/>
    <dgm:cxn modelId="{60CD960F-B194-4B05-8380-E6D36865835F}" type="presOf" srcId="{9000462D-0FF2-4127-AA0F-34CA3277893E}" destId="{4D0AE9A2-8152-4377-9359-4007170F08DD}" srcOrd="0" destOrd="1" presId="urn:microsoft.com/office/officeart/2016/7/layout/LinearBlockProcessNumbered"/>
    <dgm:cxn modelId="{24A11912-CD92-46BF-B789-1AB3E6665B8A}" type="presOf" srcId="{7B322B42-305C-43F8-B4A2-CA893B79AE2E}" destId="{77F399F6-E4FF-4093-BD21-9276D926776A}" srcOrd="0" destOrd="1" presId="urn:microsoft.com/office/officeart/2016/7/layout/LinearBlockProcessNumbered"/>
    <dgm:cxn modelId="{07F3571C-44C3-4571-B7E2-21B290756396}" type="presOf" srcId="{F36649E4-79D7-4AB4-9E81-7DD28189797A}" destId="{3C541E5A-3752-4C26-9085-BF7AE2A06210}" srcOrd="0" destOrd="0" presId="urn:microsoft.com/office/officeart/2016/7/layout/LinearBlockProcessNumbered"/>
    <dgm:cxn modelId="{A51F3C2D-5DBC-4A61-B528-EC628BE45D6C}" srcId="{6998643C-FF53-4C0D-B5A5-8A417BC084C7}" destId="{7B322B42-305C-43F8-B4A2-CA893B79AE2E}" srcOrd="0" destOrd="0" parTransId="{396A133D-E8CD-4008-8757-4071B1EE297A}" sibTransId="{B598D89F-F8A3-42AD-83AD-EE6C2A3DCF46}"/>
    <dgm:cxn modelId="{136E8B32-A177-4927-B1BE-6C0E6730DF2E}" type="presOf" srcId="{B35C5D83-E5E7-4429-A5B6-8803DE375F20}" destId="{748060A4-AE41-4295-8930-2F402795E799}" srcOrd="0" destOrd="0" presId="urn:microsoft.com/office/officeart/2016/7/layout/LinearBlockProcessNumbered"/>
    <dgm:cxn modelId="{8E747139-0FE7-4525-A5AD-A18620DDE4A0}" type="presOf" srcId="{A0662830-D0C0-492C-9201-B481EA267F82}" destId="{4D0AE9A2-8152-4377-9359-4007170F08DD}" srcOrd="1" destOrd="0" presId="urn:microsoft.com/office/officeart/2016/7/layout/LinearBlockProcessNumbered"/>
    <dgm:cxn modelId="{D6FF344A-2B64-4BC0-ADCB-3730962915E1}" type="presOf" srcId="{78C61A52-2C1C-4B99-B6D8-3590E6DBB97E}" destId="{6152DE48-1771-44AD-A204-54B1B8278559}" srcOrd="1" destOrd="0" presId="urn:microsoft.com/office/officeart/2016/7/layout/LinearBlockProcessNumbered"/>
    <dgm:cxn modelId="{08B3BA73-65AA-4A5D-8E06-4898E537CAF8}" type="presOf" srcId="{6998643C-FF53-4C0D-B5A5-8A417BC084C7}" destId="{77F399F6-E4FF-4093-BD21-9276D926776A}" srcOrd="1" destOrd="0" presId="urn:microsoft.com/office/officeart/2016/7/layout/LinearBlockProcessNumbered"/>
    <dgm:cxn modelId="{BFA02F87-1C49-4A12-A8F2-CBBE32B967B0}" srcId="{9BD421C3-BD00-4451-821B-B6271D78D7FA}" destId="{A0662830-D0C0-492C-9201-B481EA267F82}" srcOrd="2" destOrd="0" parTransId="{2026F9E2-54D5-4E39-8B2F-4406FA04D087}" sibTransId="{B35C5D83-E5E7-4429-A5B6-8803DE375F20}"/>
    <dgm:cxn modelId="{338E3A87-0D84-430A-8622-BD743F7DB143}" type="presOf" srcId="{9BD421C3-BD00-4451-821B-B6271D78D7FA}" destId="{54FAED40-573A-4D99-AF99-21BD195A736B}" srcOrd="0" destOrd="0" presId="urn:microsoft.com/office/officeart/2016/7/layout/LinearBlockProcessNumbered"/>
    <dgm:cxn modelId="{F8ADC089-25DC-4CD0-A601-47799A0DD6FC}" srcId="{9BD421C3-BD00-4451-821B-B6271D78D7FA}" destId="{78C61A52-2C1C-4B99-B6D8-3590E6DBB97E}" srcOrd="1" destOrd="0" parTransId="{418D99A4-70F3-41CE-84B7-60140F0EBDEB}" sibTransId="{F36649E4-79D7-4AB4-9E81-7DD28189797A}"/>
    <dgm:cxn modelId="{E68A009A-653D-445B-B59F-AE755D7331B5}" srcId="{9BD421C3-BD00-4451-821B-B6271D78D7FA}" destId="{6998643C-FF53-4C0D-B5A5-8A417BC084C7}" srcOrd="0" destOrd="0" parTransId="{993DD686-038D-46EB-903E-862EEA8A2429}" sibTransId="{A64196CB-3AEA-44CA-90E1-B4F2AF98C8C7}"/>
    <dgm:cxn modelId="{1A717FAC-E3EE-4560-8901-238D89355089}" type="presOf" srcId="{57CCDCFA-7ADD-4E35-A7F8-BEA34D4BFE4F}" destId="{6152DE48-1771-44AD-A204-54B1B8278559}" srcOrd="0" destOrd="1" presId="urn:microsoft.com/office/officeart/2016/7/layout/LinearBlockProcessNumbered"/>
    <dgm:cxn modelId="{386DD6CF-AE5C-4C58-8912-FEE2B30588FF}" type="presOf" srcId="{A0662830-D0C0-492C-9201-B481EA267F82}" destId="{4DDC30DA-4962-49E9-ADA6-F8D08A9F468D}" srcOrd="0" destOrd="0" presId="urn:microsoft.com/office/officeart/2016/7/layout/LinearBlockProcessNumbered"/>
    <dgm:cxn modelId="{CFB4E3D1-616A-439A-A9DB-FC8535F9F877}" srcId="{78C61A52-2C1C-4B99-B6D8-3590E6DBB97E}" destId="{57CCDCFA-7ADD-4E35-A7F8-BEA34D4BFE4F}" srcOrd="0" destOrd="0" parTransId="{142B3DF3-7987-4799-BD3A-EDC07D7DB94A}" sibTransId="{09E019FE-0B73-47E2-9F9E-BBC56922CBA7}"/>
    <dgm:cxn modelId="{19E41BFB-2F96-42D4-A5D5-B749800D1772}" type="presOf" srcId="{6998643C-FF53-4C0D-B5A5-8A417BC084C7}" destId="{ECF5FD0A-C887-425B-A9F3-DD56C51267E1}" srcOrd="0" destOrd="0" presId="urn:microsoft.com/office/officeart/2016/7/layout/LinearBlockProcessNumbered"/>
    <dgm:cxn modelId="{55A4D64D-CEA6-4834-8AED-C35372EE9AA4}" type="presParOf" srcId="{54FAED40-573A-4D99-AF99-21BD195A736B}" destId="{C6BBE0B1-80C8-40C5-9DCB-E821FC3A51F1}" srcOrd="0" destOrd="0" presId="urn:microsoft.com/office/officeart/2016/7/layout/LinearBlockProcessNumbered"/>
    <dgm:cxn modelId="{3E3C0DCE-78FF-48A8-8F69-417D8BBB05C3}" type="presParOf" srcId="{C6BBE0B1-80C8-40C5-9DCB-E821FC3A51F1}" destId="{ECF5FD0A-C887-425B-A9F3-DD56C51267E1}" srcOrd="0" destOrd="0" presId="urn:microsoft.com/office/officeart/2016/7/layout/LinearBlockProcessNumbered"/>
    <dgm:cxn modelId="{F50CEA41-0232-4521-8CA0-1445E0CF8344}" type="presParOf" srcId="{C6BBE0B1-80C8-40C5-9DCB-E821FC3A51F1}" destId="{FB45573C-9F8E-4714-A515-C26AE333A941}" srcOrd="1" destOrd="0" presId="urn:microsoft.com/office/officeart/2016/7/layout/LinearBlockProcessNumbered"/>
    <dgm:cxn modelId="{4435FEB1-5C5A-4EB0-9A62-7D5214DEA881}" type="presParOf" srcId="{C6BBE0B1-80C8-40C5-9DCB-E821FC3A51F1}" destId="{77F399F6-E4FF-4093-BD21-9276D926776A}" srcOrd="2" destOrd="0" presId="urn:microsoft.com/office/officeart/2016/7/layout/LinearBlockProcessNumbered"/>
    <dgm:cxn modelId="{29F4DF83-B0E1-411D-9F4D-F42E7243065B}" type="presParOf" srcId="{54FAED40-573A-4D99-AF99-21BD195A736B}" destId="{CCC29CC8-34C5-48BF-A620-4CA3D851383B}" srcOrd="1" destOrd="0" presId="urn:microsoft.com/office/officeart/2016/7/layout/LinearBlockProcessNumbered"/>
    <dgm:cxn modelId="{A90CCD86-787E-4D69-A1CB-8DB76092D753}" type="presParOf" srcId="{54FAED40-573A-4D99-AF99-21BD195A736B}" destId="{0CE52757-CBAE-4BEA-B7EC-24B3C6104DB2}" srcOrd="2" destOrd="0" presId="urn:microsoft.com/office/officeart/2016/7/layout/LinearBlockProcessNumbered"/>
    <dgm:cxn modelId="{4EFBC974-CC3C-4B52-BB0E-70EFC40D03CB}" type="presParOf" srcId="{0CE52757-CBAE-4BEA-B7EC-24B3C6104DB2}" destId="{BA4DED4F-979D-44D0-80F0-2A62FD20A8CB}" srcOrd="0" destOrd="0" presId="urn:microsoft.com/office/officeart/2016/7/layout/LinearBlockProcessNumbered"/>
    <dgm:cxn modelId="{77171AA8-AB7C-4B41-B6AD-1229736CF642}" type="presParOf" srcId="{0CE52757-CBAE-4BEA-B7EC-24B3C6104DB2}" destId="{3C541E5A-3752-4C26-9085-BF7AE2A06210}" srcOrd="1" destOrd="0" presId="urn:microsoft.com/office/officeart/2016/7/layout/LinearBlockProcessNumbered"/>
    <dgm:cxn modelId="{1E4C40A9-DA82-4C32-8976-5D8E2105E614}" type="presParOf" srcId="{0CE52757-CBAE-4BEA-B7EC-24B3C6104DB2}" destId="{6152DE48-1771-44AD-A204-54B1B8278559}" srcOrd="2" destOrd="0" presId="urn:microsoft.com/office/officeart/2016/7/layout/LinearBlockProcessNumbered"/>
    <dgm:cxn modelId="{2C85E48D-B007-4FF2-805E-3365CA8DF945}" type="presParOf" srcId="{54FAED40-573A-4D99-AF99-21BD195A736B}" destId="{A0C8B9BF-8B70-4083-8E7F-AF8299635242}" srcOrd="3" destOrd="0" presId="urn:microsoft.com/office/officeart/2016/7/layout/LinearBlockProcessNumbered"/>
    <dgm:cxn modelId="{C7BB9D2C-F951-4919-B34A-E4DDD7E4258D}" type="presParOf" srcId="{54FAED40-573A-4D99-AF99-21BD195A736B}" destId="{455F6475-3910-4A6B-A227-BC0860299AA3}" srcOrd="4" destOrd="0" presId="urn:microsoft.com/office/officeart/2016/7/layout/LinearBlockProcessNumbered"/>
    <dgm:cxn modelId="{0762BE71-A81F-4C1A-9100-189AFCE20DB1}" type="presParOf" srcId="{455F6475-3910-4A6B-A227-BC0860299AA3}" destId="{4DDC30DA-4962-49E9-ADA6-F8D08A9F468D}" srcOrd="0" destOrd="0" presId="urn:microsoft.com/office/officeart/2016/7/layout/LinearBlockProcessNumbered"/>
    <dgm:cxn modelId="{00679CDC-64EF-42B3-B274-8F1BE38F5683}" type="presParOf" srcId="{455F6475-3910-4A6B-A227-BC0860299AA3}" destId="{748060A4-AE41-4295-8930-2F402795E799}" srcOrd="1" destOrd="0" presId="urn:microsoft.com/office/officeart/2016/7/layout/LinearBlockProcessNumbered"/>
    <dgm:cxn modelId="{06E96FCE-B559-4E16-991E-EB972E04DB7C}" type="presParOf" srcId="{455F6475-3910-4A6B-A227-BC0860299AA3}" destId="{4D0AE9A2-8152-4377-9359-4007170F08DD}"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B01864-2173-4FF4-A2AC-013408149C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6AFAA2D-386C-42BE-BE0A-F44FD0A423B1}">
      <dgm:prSet/>
      <dgm:spPr/>
      <dgm:t>
        <a:bodyPr/>
        <a:lstStyle/>
        <a:p>
          <a:r>
            <a:rPr lang="en-US"/>
            <a:t>Total Study Population: </a:t>
          </a:r>
          <a:r>
            <a:rPr lang="en-US" b="1"/>
            <a:t>71,518 </a:t>
          </a:r>
          <a:r>
            <a:rPr lang="en-US"/>
            <a:t>patient records</a:t>
          </a:r>
        </a:p>
      </dgm:t>
    </dgm:pt>
    <dgm:pt modelId="{50CE3C5A-3C11-43F5-A5B0-D58D4793ADD9}" type="parTrans" cxnId="{AFAA5411-C31A-41EB-AE53-6A3024909CE1}">
      <dgm:prSet/>
      <dgm:spPr/>
      <dgm:t>
        <a:bodyPr/>
        <a:lstStyle/>
        <a:p>
          <a:endParaRPr lang="en-US"/>
        </a:p>
      </dgm:t>
    </dgm:pt>
    <dgm:pt modelId="{A5722C44-9DBA-4F86-AFE2-7836606EB3C5}" type="sibTrans" cxnId="{AFAA5411-C31A-41EB-AE53-6A3024909CE1}">
      <dgm:prSet/>
      <dgm:spPr/>
      <dgm:t>
        <a:bodyPr/>
        <a:lstStyle/>
        <a:p>
          <a:endParaRPr lang="en-US"/>
        </a:p>
      </dgm:t>
    </dgm:pt>
    <dgm:pt modelId="{1806581D-63D8-4DF5-BAD2-0E7E2A2F8558}">
      <dgm:prSet/>
      <dgm:spPr/>
      <dgm:t>
        <a:bodyPr/>
        <a:lstStyle/>
        <a:p>
          <a:r>
            <a:rPr lang="en-US"/>
            <a:t>101,766 unique patient encounter records (Rows).</a:t>
          </a:r>
        </a:p>
      </dgm:t>
    </dgm:pt>
    <dgm:pt modelId="{FC40DBE8-EDA6-436D-B346-3AD098008DB0}" type="parTrans" cxnId="{682A69D3-77C8-43AA-93B0-6B8D3CDB3B2B}">
      <dgm:prSet/>
      <dgm:spPr/>
      <dgm:t>
        <a:bodyPr/>
        <a:lstStyle/>
        <a:p>
          <a:endParaRPr lang="en-US"/>
        </a:p>
      </dgm:t>
    </dgm:pt>
    <dgm:pt modelId="{CD53813E-3EAF-4389-8D72-744ECCF82541}" type="sibTrans" cxnId="{682A69D3-77C8-43AA-93B0-6B8D3CDB3B2B}">
      <dgm:prSet/>
      <dgm:spPr/>
      <dgm:t>
        <a:bodyPr/>
        <a:lstStyle/>
        <a:p>
          <a:endParaRPr lang="en-US"/>
        </a:p>
      </dgm:t>
    </dgm:pt>
    <dgm:pt modelId="{0DC417DB-A9EA-4BD3-9FC8-6C68C9C2F2BC}">
      <dgm:prSet/>
      <dgm:spPr/>
      <dgm:t>
        <a:bodyPr/>
        <a:lstStyle/>
        <a:p>
          <a:r>
            <a:rPr lang="en-US"/>
            <a:t>50 distinct clinical and administrative tracking variables (Columns).</a:t>
          </a:r>
        </a:p>
      </dgm:t>
    </dgm:pt>
    <dgm:pt modelId="{39297F9F-7CB4-4301-9A5A-A10B852E2E30}" type="parTrans" cxnId="{229F16EE-E5EB-4714-ADD7-6C09FD29313D}">
      <dgm:prSet/>
      <dgm:spPr/>
      <dgm:t>
        <a:bodyPr/>
        <a:lstStyle/>
        <a:p>
          <a:endParaRPr lang="en-US"/>
        </a:p>
      </dgm:t>
    </dgm:pt>
    <dgm:pt modelId="{CC48FF9C-CC9D-4FD4-8E4D-01808BE4FD36}" type="sibTrans" cxnId="{229F16EE-E5EB-4714-ADD7-6C09FD29313D}">
      <dgm:prSet/>
      <dgm:spPr/>
      <dgm:t>
        <a:bodyPr/>
        <a:lstStyle/>
        <a:p>
          <a:endParaRPr lang="en-US"/>
        </a:p>
      </dgm:t>
    </dgm:pt>
    <dgm:pt modelId="{27007EEC-3D77-43A4-A893-9BE5BB47D1AD}" type="pres">
      <dgm:prSet presAssocID="{ECB01864-2173-4FF4-A2AC-013408149CA9}" presName="root" presStyleCnt="0">
        <dgm:presLayoutVars>
          <dgm:dir/>
          <dgm:resizeHandles val="exact"/>
        </dgm:presLayoutVars>
      </dgm:prSet>
      <dgm:spPr/>
    </dgm:pt>
    <dgm:pt modelId="{3D88D322-224C-4165-A966-096F4620A296}" type="pres">
      <dgm:prSet presAssocID="{E6AFAA2D-386C-42BE-BE0A-F44FD0A423B1}" presName="compNode" presStyleCnt="0"/>
      <dgm:spPr/>
    </dgm:pt>
    <dgm:pt modelId="{25E2A0BB-AB6B-46B7-A0A3-307B52C05561}" type="pres">
      <dgm:prSet presAssocID="{E6AFAA2D-386C-42BE-BE0A-F44FD0A423B1}" presName="bgRect" presStyleLbl="bgShp" presStyleIdx="0" presStyleCnt="3"/>
      <dgm:spPr/>
    </dgm:pt>
    <dgm:pt modelId="{CA469A6B-4577-4F2C-AC6D-04FEFAD2AFEA}" type="pres">
      <dgm:prSet presAssocID="{E6AFAA2D-386C-42BE-BE0A-F44FD0A423B1}"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8E5783F8-5F4E-49E1-85CA-5033B1414DA6}" type="pres">
      <dgm:prSet presAssocID="{E6AFAA2D-386C-42BE-BE0A-F44FD0A423B1}" presName="spaceRect" presStyleCnt="0"/>
      <dgm:spPr/>
    </dgm:pt>
    <dgm:pt modelId="{880E73A5-B95B-467F-977B-7DCB866DBABD}" type="pres">
      <dgm:prSet presAssocID="{E6AFAA2D-386C-42BE-BE0A-F44FD0A423B1}" presName="parTx" presStyleLbl="revTx" presStyleIdx="0" presStyleCnt="3">
        <dgm:presLayoutVars>
          <dgm:chMax val="0"/>
          <dgm:chPref val="0"/>
        </dgm:presLayoutVars>
      </dgm:prSet>
      <dgm:spPr/>
    </dgm:pt>
    <dgm:pt modelId="{0634B780-FB96-4B89-8A30-3CF5507A61FD}" type="pres">
      <dgm:prSet presAssocID="{A5722C44-9DBA-4F86-AFE2-7836606EB3C5}" presName="sibTrans" presStyleCnt="0"/>
      <dgm:spPr/>
    </dgm:pt>
    <dgm:pt modelId="{621B14A2-EFBA-4495-A1CC-3A715B514357}" type="pres">
      <dgm:prSet presAssocID="{1806581D-63D8-4DF5-BAD2-0E7E2A2F8558}" presName="compNode" presStyleCnt="0"/>
      <dgm:spPr/>
    </dgm:pt>
    <dgm:pt modelId="{7F7525D6-5C4D-458E-BD9A-636328183987}" type="pres">
      <dgm:prSet presAssocID="{1806581D-63D8-4DF5-BAD2-0E7E2A2F8558}" presName="bgRect" presStyleLbl="bgShp" presStyleIdx="1" presStyleCnt="3"/>
      <dgm:spPr/>
    </dgm:pt>
    <dgm:pt modelId="{8BBC289B-5EF0-4F5D-803A-3008D46836C1}" type="pres">
      <dgm:prSet presAssocID="{1806581D-63D8-4DF5-BAD2-0E7E2A2F855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FEDA97BE-BE05-4DDB-B4E6-AAC4599349F0}" type="pres">
      <dgm:prSet presAssocID="{1806581D-63D8-4DF5-BAD2-0E7E2A2F8558}" presName="spaceRect" presStyleCnt="0"/>
      <dgm:spPr/>
    </dgm:pt>
    <dgm:pt modelId="{E16F47E8-C23A-48C3-A3B0-AC20C954B4F6}" type="pres">
      <dgm:prSet presAssocID="{1806581D-63D8-4DF5-BAD2-0E7E2A2F8558}" presName="parTx" presStyleLbl="revTx" presStyleIdx="1" presStyleCnt="3">
        <dgm:presLayoutVars>
          <dgm:chMax val="0"/>
          <dgm:chPref val="0"/>
        </dgm:presLayoutVars>
      </dgm:prSet>
      <dgm:spPr/>
    </dgm:pt>
    <dgm:pt modelId="{0F05EB79-B6D2-4620-9291-56520834514B}" type="pres">
      <dgm:prSet presAssocID="{CD53813E-3EAF-4389-8D72-744ECCF82541}" presName="sibTrans" presStyleCnt="0"/>
      <dgm:spPr/>
    </dgm:pt>
    <dgm:pt modelId="{59374999-B6AD-4184-8045-E41C15BE5836}" type="pres">
      <dgm:prSet presAssocID="{0DC417DB-A9EA-4BD3-9FC8-6C68C9C2F2BC}" presName="compNode" presStyleCnt="0"/>
      <dgm:spPr/>
    </dgm:pt>
    <dgm:pt modelId="{7E55F994-8FA2-4452-97C8-C9E35FF0F36C}" type="pres">
      <dgm:prSet presAssocID="{0DC417DB-A9EA-4BD3-9FC8-6C68C9C2F2BC}" presName="bgRect" presStyleLbl="bgShp" presStyleIdx="2" presStyleCnt="3"/>
      <dgm:spPr/>
    </dgm:pt>
    <dgm:pt modelId="{596BDEC4-78AD-42E4-866B-3B2324BFA071}" type="pres">
      <dgm:prSet presAssocID="{0DC417DB-A9EA-4BD3-9FC8-6C68C9C2F2B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A3C5D63E-7772-4610-9AF3-F32EA2B79999}" type="pres">
      <dgm:prSet presAssocID="{0DC417DB-A9EA-4BD3-9FC8-6C68C9C2F2BC}" presName="spaceRect" presStyleCnt="0"/>
      <dgm:spPr/>
    </dgm:pt>
    <dgm:pt modelId="{9B529550-9E70-48FA-8421-B9534977D7C6}" type="pres">
      <dgm:prSet presAssocID="{0DC417DB-A9EA-4BD3-9FC8-6C68C9C2F2BC}" presName="parTx" presStyleLbl="revTx" presStyleIdx="2" presStyleCnt="3">
        <dgm:presLayoutVars>
          <dgm:chMax val="0"/>
          <dgm:chPref val="0"/>
        </dgm:presLayoutVars>
      </dgm:prSet>
      <dgm:spPr/>
    </dgm:pt>
  </dgm:ptLst>
  <dgm:cxnLst>
    <dgm:cxn modelId="{7566A405-8B78-48CC-86D0-A1E4E49F7268}" type="presOf" srcId="{0DC417DB-A9EA-4BD3-9FC8-6C68C9C2F2BC}" destId="{9B529550-9E70-48FA-8421-B9534977D7C6}" srcOrd="0" destOrd="0" presId="urn:microsoft.com/office/officeart/2018/2/layout/IconVerticalSolidList"/>
    <dgm:cxn modelId="{AFAA5411-C31A-41EB-AE53-6A3024909CE1}" srcId="{ECB01864-2173-4FF4-A2AC-013408149CA9}" destId="{E6AFAA2D-386C-42BE-BE0A-F44FD0A423B1}" srcOrd="0" destOrd="0" parTransId="{50CE3C5A-3C11-43F5-A5B0-D58D4793ADD9}" sibTransId="{A5722C44-9DBA-4F86-AFE2-7836606EB3C5}"/>
    <dgm:cxn modelId="{ACC44D85-B09E-48CA-8B52-71C09C49BF06}" type="presOf" srcId="{ECB01864-2173-4FF4-A2AC-013408149CA9}" destId="{27007EEC-3D77-43A4-A893-9BE5BB47D1AD}" srcOrd="0" destOrd="0" presId="urn:microsoft.com/office/officeart/2018/2/layout/IconVerticalSolidList"/>
    <dgm:cxn modelId="{1BBF59CC-72C5-4054-BC26-1CD5BA4458EB}" type="presOf" srcId="{1806581D-63D8-4DF5-BAD2-0E7E2A2F8558}" destId="{E16F47E8-C23A-48C3-A3B0-AC20C954B4F6}" srcOrd="0" destOrd="0" presId="urn:microsoft.com/office/officeart/2018/2/layout/IconVerticalSolidList"/>
    <dgm:cxn modelId="{682A69D3-77C8-43AA-93B0-6B8D3CDB3B2B}" srcId="{ECB01864-2173-4FF4-A2AC-013408149CA9}" destId="{1806581D-63D8-4DF5-BAD2-0E7E2A2F8558}" srcOrd="1" destOrd="0" parTransId="{FC40DBE8-EDA6-436D-B346-3AD098008DB0}" sibTransId="{CD53813E-3EAF-4389-8D72-744ECCF82541}"/>
    <dgm:cxn modelId="{229F16EE-E5EB-4714-ADD7-6C09FD29313D}" srcId="{ECB01864-2173-4FF4-A2AC-013408149CA9}" destId="{0DC417DB-A9EA-4BD3-9FC8-6C68C9C2F2BC}" srcOrd="2" destOrd="0" parTransId="{39297F9F-7CB4-4301-9A5A-A10B852E2E30}" sibTransId="{CC48FF9C-CC9D-4FD4-8E4D-01808BE4FD36}"/>
    <dgm:cxn modelId="{306BF8EE-ADF7-49B7-8F12-341B339B40DF}" type="presOf" srcId="{E6AFAA2D-386C-42BE-BE0A-F44FD0A423B1}" destId="{880E73A5-B95B-467F-977B-7DCB866DBABD}" srcOrd="0" destOrd="0" presId="urn:microsoft.com/office/officeart/2018/2/layout/IconVerticalSolidList"/>
    <dgm:cxn modelId="{B11B3711-C887-4A8D-9668-5EF962D32C2F}" type="presParOf" srcId="{27007EEC-3D77-43A4-A893-9BE5BB47D1AD}" destId="{3D88D322-224C-4165-A966-096F4620A296}" srcOrd="0" destOrd="0" presId="urn:microsoft.com/office/officeart/2018/2/layout/IconVerticalSolidList"/>
    <dgm:cxn modelId="{EBDC4D70-DF7B-482F-82B4-216F4204352A}" type="presParOf" srcId="{3D88D322-224C-4165-A966-096F4620A296}" destId="{25E2A0BB-AB6B-46B7-A0A3-307B52C05561}" srcOrd="0" destOrd="0" presId="urn:microsoft.com/office/officeart/2018/2/layout/IconVerticalSolidList"/>
    <dgm:cxn modelId="{0E6BB8A4-7437-4550-A9B0-7CDC1650D18A}" type="presParOf" srcId="{3D88D322-224C-4165-A966-096F4620A296}" destId="{CA469A6B-4577-4F2C-AC6D-04FEFAD2AFEA}" srcOrd="1" destOrd="0" presId="urn:microsoft.com/office/officeart/2018/2/layout/IconVerticalSolidList"/>
    <dgm:cxn modelId="{2DE988F0-2632-457C-B0C9-C51CE3F1449C}" type="presParOf" srcId="{3D88D322-224C-4165-A966-096F4620A296}" destId="{8E5783F8-5F4E-49E1-85CA-5033B1414DA6}" srcOrd="2" destOrd="0" presId="urn:microsoft.com/office/officeart/2018/2/layout/IconVerticalSolidList"/>
    <dgm:cxn modelId="{498A39C1-799C-495C-9169-1B0707B5C19B}" type="presParOf" srcId="{3D88D322-224C-4165-A966-096F4620A296}" destId="{880E73A5-B95B-467F-977B-7DCB866DBABD}" srcOrd="3" destOrd="0" presId="urn:microsoft.com/office/officeart/2018/2/layout/IconVerticalSolidList"/>
    <dgm:cxn modelId="{601558D9-8597-43FB-A5E6-96DF6DF3FCE2}" type="presParOf" srcId="{27007EEC-3D77-43A4-A893-9BE5BB47D1AD}" destId="{0634B780-FB96-4B89-8A30-3CF5507A61FD}" srcOrd="1" destOrd="0" presId="urn:microsoft.com/office/officeart/2018/2/layout/IconVerticalSolidList"/>
    <dgm:cxn modelId="{52C0A222-16C2-47A9-96D2-FE2A9375F19A}" type="presParOf" srcId="{27007EEC-3D77-43A4-A893-9BE5BB47D1AD}" destId="{621B14A2-EFBA-4495-A1CC-3A715B514357}" srcOrd="2" destOrd="0" presId="urn:microsoft.com/office/officeart/2018/2/layout/IconVerticalSolidList"/>
    <dgm:cxn modelId="{862C7E4A-1A19-49D3-BA0B-FEDA73C94996}" type="presParOf" srcId="{621B14A2-EFBA-4495-A1CC-3A715B514357}" destId="{7F7525D6-5C4D-458E-BD9A-636328183987}" srcOrd="0" destOrd="0" presId="urn:microsoft.com/office/officeart/2018/2/layout/IconVerticalSolidList"/>
    <dgm:cxn modelId="{646FC674-5218-41AB-94FB-DA77FDF452A3}" type="presParOf" srcId="{621B14A2-EFBA-4495-A1CC-3A715B514357}" destId="{8BBC289B-5EF0-4F5D-803A-3008D46836C1}" srcOrd="1" destOrd="0" presId="urn:microsoft.com/office/officeart/2018/2/layout/IconVerticalSolidList"/>
    <dgm:cxn modelId="{B267379B-E80C-4FED-90CF-B88D0E9AF318}" type="presParOf" srcId="{621B14A2-EFBA-4495-A1CC-3A715B514357}" destId="{FEDA97BE-BE05-4DDB-B4E6-AAC4599349F0}" srcOrd="2" destOrd="0" presId="urn:microsoft.com/office/officeart/2018/2/layout/IconVerticalSolidList"/>
    <dgm:cxn modelId="{1EBF7EF4-EFD3-4FC3-8C45-2C6B42A3D4B2}" type="presParOf" srcId="{621B14A2-EFBA-4495-A1CC-3A715B514357}" destId="{E16F47E8-C23A-48C3-A3B0-AC20C954B4F6}" srcOrd="3" destOrd="0" presId="urn:microsoft.com/office/officeart/2018/2/layout/IconVerticalSolidList"/>
    <dgm:cxn modelId="{9BCE3AC7-AC2C-4EEB-AE0B-8E34BE7BAC68}" type="presParOf" srcId="{27007EEC-3D77-43A4-A893-9BE5BB47D1AD}" destId="{0F05EB79-B6D2-4620-9291-56520834514B}" srcOrd="3" destOrd="0" presId="urn:microsoft.com/office/officeart/2018/2/layout/IconVerticalSolidList"/>
    <dgm:cxn modelId="{874165DB-BD6F-44B5-B4C9-8BB7A3BC1F7C}" type="presParOf" srcId="{27007EEC-3D77-43A4-A893-9BE5BB47D1AD}" destId="{59374999-B6AD-4184-8045-E41C15BE5836}" srcOrd="4" destOrd="0" presId="urn:microsoft.com/office/officeart/2018/2/layout/IconVerticalSolidList"/>
    <dgm:cxn modelId="{C535DFA1-C852-4B8B-A1B8-1C6C2A74DC3E}" type="presParOf" srcId="{59374999-B6AD-4184-8045-E41C15BE5836}" destId="{7E55F994-8FA2-4452-97C8-C9E35FF0F36C}" srcOrd="0" destOrd="0" presId="urn:microsoft.com/office/officeart/2018/2/layout/IconVerticalSolidList"/>
    <dgm:cxn modelId="{CAE09A55-B9C1-4318-B3D3-3BD85165A15A}" type="presParOf" srcId="{59374999-B6AD-4184-8045-E41C15BE5836}" destId="{596BDEC4-78AD-42E4-866B-3B2324BFA071}" srcOrd="1" destOrd="0" presId="urn:microsoft.com/office/officeart/2018/2/layout/IconVerticalSolidList"/>
    <dgm:cxn modelId="{D23E451E-3812-4B8A-8D6F-B59103AF6E35}" type="presParOf" srcId="{59374999-B6AD-4184-8045-E41C15BE5836}" destId="{A3C5D63E-7772-4610-9AF3-F32EA2B79999}" srcOrd="2" destOrd="0" presId="urn:microsoft.com/office/officeart/2018/2/layout/IconVerticalSolidList"/>
    <dgm:cxn modelId="{4339933F-9E44-4E9A-8AA4-CC927D8590BF}" type="presParOf" srcId="{59374999-B6AD-4184-8045-E41C15BE5836}" destId="{9B529550-9E70-48FA-8421-B9534977D7C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9BB82A-ABF6-4F45-8772-A1EC1916AD5C}" type="doc">
      <dgm:prSet loTypeId="urn:microsoft.com/office/officeart/2018/2/layout/IconVerticalSolidList" loCatId="icon" qsTypeId="urn:microsoft.com/office/officeart/2005/8/quickstyle/simple1" qsCatId="simple" csTypeId="urn:microsoft.com/office/officeart/2018/5/colors/Iconchunking_neutralicontext_accent0_3" csCatId="mainScheme" phldr="1"/>
      <dgm:spPr/>
      <dgm:t>
        <a:bodyPr/>
        <a:lstStyle/>
        <a:p>
          <a:endParaRPr lang="en-US"/>
        </a:p>
      </dgm:t>
    </dgm:pt>
    <dgm:pt modelId="{43A24639-C7C4-4B64-9DF8-323ECCF608D0}">
      <dgm:prSet/>
      <dgm:spPr/>
      <dgm:t>
        <a:bodyPr/>
        <a:lstStyle/>
        <a:p>
          <a:r>
            <a:rPr lang="en-US"/>
            <a:t>Microsoft Excel: Initial screening and manual spelling validation of specialty lists and Data Mapping</a:t>
          </a:r>
        </a:p>
      </dgm:t>
    </dgm:pt>
    <dgm:pt modelId="{473B612C-B6E5-42BC-9C09-9E745BF8A0FF}" type="parTrans" cxnId="{995225EB-73EE-4BCE-8FEC-16EE1ACEEEE4}">
      <dgm:prSet/>
      <dgm:spPr/>
      <dgm:t>
        <a:bodyPr/>
        <a:lstStyle/>
        <a:p>
          <a:endParaRPr lang="en-US"/>
        </a:p>
      </dgm:t>
    </dgm:pt>
    <dgm:pt modelId="{908A0073-6008-4CFB-B924-A96E838350BD}" type="sibTrans" cxnId="{995225EB-73EE-4BCE-8FEC-16EE1ACEEEE4}">
      <dgm:prSet/>
      <dgm:spPr/>
      <dgm:t>
        <a:bodyPr/>
        <a:lstStyle/>
        <a:p>
          <a:endParaRPr lang="en-US"/>
        </a:p>
      </dgm:t>
    </dgm:pt>
    <dgm:pt modelId="{13BEECB1-1C0D-431F-A730-721E8AFFD3ED}">
      <dgm:prSet/>
      <dgm:spPr/>
      <dgm:t>
        <a:bodyPr/>
        <a:lstStyle/>
        <a:p>
          <a:r>
            <a:rPr lang="en-US"/>
            <a:t>Python: (Pandas and NumPy) Standardizing corrupted age strings and handling missing data values.</a:t>
          </a:r>
        </a:p>
      </dgm:t>
    </dgm:pt>
    <dgm:pt modelId="{CB31315B-1BAB-4752-9555-E943DC013846}" type="parTrans" cxnId="{CCAFB40F-A918-4DFD-9FDB-B646E26A3E2C}">
      <dgm:prSet/>
      <dgm:spPr/>
      <dgm:t>
        <a:bodyPr/>
        <a:lstStyle/>
        <a:p>
          <a:endParaRPr lang="en-US"/>
        </a:p>
      </dgm:t>
    </dgm:pt>
    <dgm:pt modelId="{88D18C77-D498-4769-9695-18A1BA3A372E}" type="sibTrans" cxnId="{CCAFB40F-A918-4DFD-9FDB-B646E26A3E2C}">
      <dgm:prSet/>
      <dgm:spPr/>
      <dgm:t>
        <a:bodyPr/>
        <a:lstStyle/>
        <a:p>
          <a:endParaRPr lang="en-US"/>
        </a:p>
      </dgm:t>
    </dgm:pt>
    <dgm:pt modelId="{D84FA681-4554-4299-99B3-DE425DFD6A4A}">
      <dgm:prSet/>
      <dgm:spPr/>
      <dgm:t>
        <a:bodyPr/>
        <a:lstStyle/>
        <a:p>
          <a:r>
            <a:rPr lang="en-US"/>
            <a:t>SQL : Back-end data aggregation, filtering  and categorical grouping.	 </a:t>
          </a:r>
        </a:p>
      </dgm:t>
    </dgm:pt>
    <dgm:pt modelId="{C342C60E-49CF-4D9F-B54D-18EDAD5F3488}" type="parTrans" cxnId="{41F1B1C3-4E89-49E2-B965-942B48A2A438}">
      <dgm:prSet/>
      <dgm:spPr/>
      <dgm:t>
        <a:bodyPr/>
        <a:lstStyle/>
        <a:p>
          <a:endParaRPr lang="en-US"/>
        </a:p>
      </dgm:t>
    </dgm:pt>
    <dgm:pt modelId="{AD6E7A1B-DE09-416E-8C0B-0344ACC88DBF}" type="sibTrans" cxnId="{41F1B1C3-4E89-49E2-B965-942B48A2A438}">
      <dgm:prSet/>
      <dgm:spPr/>
      <dgm:t>
        <a:bodyPr/>
        <a:lstStyle/>
        <a:p>
          <a:endParaRPr lang="en-US"/>
        </a:p>
      </dgm:t>
    </dgm:pt>
    <dgm:pt modelId="{141B782B-9963-47DE-913A-DE10F2081076}">
      <dgm:prSet/>
      <dgm:spPr/>
      <dgm:t>
        <a:bodyPr/>
        <a:lstStyle/>
        <a:p>
          <a:r>
            <a:rPr lang="en-US"/>
            <a:t>Tableau: Building interactive Business Intelligence dashboards</a:t>
          </a:r>
        </a:p>
      </dgm:t>
    </dgm:pt>
    <dgm:pt modelId="{99E6CF7A-95CA-41C4-8EB5-EFE6E9520320}" type="parTrans" cxnId="{6BA85625-5D4A-4326-832F-2B14C929868C}">
      <dgm:prSet/>
      <dgm:spPr/>
      <dgm:t>
        <a:bodyPr/>
        <a:lstStyle/>
        <a:p>
          <a:endParaRPr lang="en-US"/>
        </a:p>
      </dgm:t>
    </dgm:pt>
    <dgm:pt modelId="{282D7C39-7216-4545-949B-21435837AC14}" type="sibTrans" cxnId="{6BA85625-5D4A-4326-832F-2B14C929868C}">
      <dgm:prSet/>
      <dgm:spPr/>
      <dgm:t>
        <a:bodyPr/>
        <a:lstStyle/>
        <a:p>
          <a:endParaRPr lang="en-US"/>
        </a:p>
      </dgm:t>
    </dgm:pt>
    <dgm:pt modelId="{BCB8B663-35D4-4005-84DA-CB3EDA45ED36}" type="pres">
      <dgm:prSet presAssocID="{4B9BB82A-ABF6-4F45-8772-A1EC1916AD5C}" presName="root" presStyleCnt="0">
        <dgm:presLayoutVars>
          <dgm:dir/>
          <dgm:resizeHandles val="exact"/>
        </dgm:presLayoutVars>
      </dgm:prSet>
      <dgm:spPr/>
    </dgm:pt>
    <dgm:pt modelId="{584C65E5-46DD-48E1-86DD-4DF478C19C8E}" type="pres">
      <dgm:prSet presAssocID="{43A24639-C7C4-4B64-9DF8-323ECCF608D0}" presName="compNode" presStyleCnt="0"/>
      <dgm:spPr/>
    </dgm:pt>
    <dgm:pt modelId="{806A14A5-5937-4E9C-9EC1-CDF6FCD97BCD}" type="pres">
      <dgm:prSet presAssocID="{43A24639-C7C4-4B64-9DF8-323ECCF608D0}" presName="bgRect" presStyleLbl="bgShp" presStyleIdx="0" presStyleCnt="4"/>
      <dgm:spPr/>
    </dgm:pt>
    <dgm:pt modelId="{0E7CD875-AD3B-4CA7-A4F8-B7AAB576DF21}" type="pres">
      <dgm:prSet presAssocID="{43A24639-C7C4-4B64-9DF8-323ECCF608D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08544A7E-5493-40BE-9AFA-48B2E7F5CB9C}" type="pres">
      <dgm:prSet presAssocID="{43A24639-C7C4-4B64-9DF8-323ECCF608D0}" presName="spaceRect" presStyleCnt="0"/>
      <dgm:spPr/>
    </dgm:pt>
    <dgm:pt modelId="{F2D0D6A3-1F2D-4FAA-AAE0-FB2F71A4A6D6}" type="pres">
      <dgm:prSet presAssocID="{43A24639-C7C4-4B64-9DF8-323ECCF608D0}" presName="parTx" presStyleLbl="revTx" presStyleIdx="0" presStyleCnt="4">
        <dgm:presLayoutVars>
          <dgm:chMax val="0"/>
          <dgm:chPref val="0"/>
        </dgm:presLayoutVars>
      </dgm:prSet>
      <dgm:spPr/>
    </dgm:pt>
    <dgm:pt modelId="{9AAA6B7E-FB01-4FC9-B48F-DA5B2AC83756}" type="pres">
      <dgm:prSet presAssocID="{908A0073-6008-4CFB-B924-A96E838350BD}" presName="sibTrans" presStyleCnt="0"/>
      <dgm:spPr/>
    </dgm:pt>
    <dgm:pt modelId="{B1F4A57A-BA32-4717-BB1D-297DD902F4D3}" type="pres">
      <dgm:prSet presAssocID="{13BEECB1-1C0D-431F-A730-721E8AFFD3ED}" presName="compNode" presStyleCnt="0"/>
      <dgm:spPr/>
    </dgm:pt>
    <dgm:pt modelId="{14FEB6A6-B55A-4A20-B770-87BE454526A4}" type="pres">
      <dgm:prSet presAssocID="{13BEECB1-1C0D-431F-A730-721E8AFFD3ED}" presName="bgRect" presStyleLbl="bgShp" presStyleIdx="1" presStyleCnt="4"/>
      <dgm:spPr/>
    </dgm:pt>
    <dgm:pt modelId="{012D26D9-27C3-407F-BC17-9E023DB040C3}" type="pres">
      <dgm:prSet presAssocID="{13BEECB1-1C0D-431F-A730-721E8AFFD3E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nda"/>
        </a:ext>
      </dgm:extLst>
    </dgm:pt>
    <dgm:pt modelId="{85BBC6C2-2660-4E5A-AFF2-382E5D28F0BA}" type="pres">
      <dgm:prSet presAssocID="{13BEECB1-1C0D-431F-A730-721E8AFFD3ED}" presName="spaceRect" presStyleCnt="0"/>
      <dgm:spPr/>
    </dgm:pt>
    <dgm:pt modelId="{DC66B11B-7C24-4F33-ADC1-F63C76308E9F}" type="pres">
      <dgm:prSet presAssocID="{13BEECB1-1C0D-431F-A730-721E8AFFD3ED}" presName="parTx" presStyleLbl="revTx" presStyleIdx="1" presStyleCnt="4">
        <dgm:presLayoutVars>
          <dgm:chMax val="0"/>
          <dgm:chPref val="0"/>
        </dgm:presLayoutVars>
      </dgm:prSet>
      <dgm:spPr/>
    </dgm:pt>
    <dgm:pt modelId="{32A4BE9D-6F23-45BC-8B29-2A47F55D4C99}" type="pres">
      <dgm:prSet presAssocID="{88D18C77-D498-4769-9695-18A1BA3A372E}" presName="sibTrans" presStyleCnt="0"/>
      <dgm:spPr/>
    </dgm:pt>
    <dgm:pt modelId="{E30F6573-D6C4-45E0-8B01-8D6E7ADF0277}" type="pres">
      <dgm:prSet presAssocID="{D84FA681-4554-4299-99B3-DE425DFD6A4A}" presName="compNode" presStyleCnt="0"/>
      <dgm:spPr/>
    </dgm:pt>
    <dgm:pt modelId="{FA19E459-7CA3-4DE8-916A-58E5DA640BDD}" type="pres">
      <dgm:prSet presAssocID="{D84FA681-4554-4299-99B3-DE425DFD6A4A}" presName="bgRect" presStyleLbl="bgShp" presStyleIdx="2" presStyleCnt="4"/>
      <dgm:spPr/>
    </dgm:pt>
    <dgm:pt modelId="{C42C060A-6649-4B5B-ACDC-1E6927ECC6FE}" type="pres">
      <dgm:prSet presAssocID="{D84FA681-4554-4299-99B3-DE425DFD6A4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659179FD-254B-4207-A66E-62FC489830EC}" type="pres">
      <dgm:prSet presAssocID="{D84FA681-4554-4299-99B3-DE425DFD6A4A}" presName="spaceRect" presStyleCnt="0"/>
      <dgm:spPr/>
    </dgm:pt>
    <dgm:pt modelId="{060AC9E5-215D-4BDA-AD8E-763EECCB610B}" type="pres">
      <dgm:prSet presAssocID="{D84FA681-4554-4299-99B3-DE425DFD6A4A}" presName="parTx" presStyleLbl="revTx" presStyleIdx="2" presStyleCnt="4">
        <dgm:presLayoutVars>
          <dgm:chMax val="0"/>
          <dgm:chPref val="0"/>
        </dgm:presLayoutVars>
      </dgm:prSet>
      <dgm:spPr/>
    </dgm:pt>
    <dgm:pt modelId="{D073760F-917A-43B6-AA35-AADC45532CD2}" type="pres">
      <dgm:prSet presAssocID="{AD6E7A1B-DE09-416E-8C0B-0344ACC88DBF}" presName="sibTrans" presStyleCnt="0"/>
      <dgm:spPr/>
    </dgm:pt>
    <dgm:pt modelId="{16F352C9-394D-40BD-B2AA-B429EC7F77B6}" type="pres">
      <dgm:prSet presAssocID="{141B782B-9963-47DE-913A-DE10F2081076}" presName="compNode" presStyleCnt="0"/>
      <dgm:spPr/>
    </dgm:pt>
    <dgm:pt modelId="{FC0B3A88-658A-43A3-B1AF-5E82B7BC2678}" type="pres">
      <dgm:prSet presAssocID="{141B782B-9963-47DE-913A-DE10F2081076}" presName="bgRect" presStyleLbl="bgShp" presStyleIdx="3" presStyleCnt="4"/>
      <dgm:spPr/>
    </dgm:pt>
    <dgm:pt modelId="{70719D2F-11CD-4143-8193-C59CAD122D00}" type="pres">
      <dgm:prSet presAssocID="{141B782B-9963-47DE-913A-DE10F208107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1EE061B2-3CD8-4991-A5A2-CD9758BD979D}" type="pres">
      <dgm:prSet presAssocID="{141B782B-9963-47DE-913A-DE10F2081076}" presName="spaceRect" presStyleCnt="0"/>
      <dgm:spPr/>
    </dgm:pt>
    <dgm:pt modelId="{88D493EF-0432-42A2-8431-50ED7282EEA7}" type="pres">
      <dgm:prSet presAssocID="{141B782B-9963-47DE-913A-DE10F2081076}" presName="parTx" presStyleLbl="revTx" presStyleIdx="3" presStyleCnt="4">
        <dgm:presLayoutVars>
          <dgm:chMax val="0"/>
          <dgm:chPref val="0"/>
        </dgm:presLayoutVars>
      </dgm:prSet>
      <dgm:spPr/>
    </dgm:pt>
  </dgm:ptLst>
  <dgm:cxnLst>
    <dgm:cxn modelId="{CCAFB40F-A918-4DFD-9FDB-B646E26A3E2C}" srcId="{4B9BB82A-ABF6-4F45-8772-A1EC1916AD5C}" destId="{13BEECB1-1C0D-431F-A730-721E8AFFD3ED}" srcOrd="1" destOrd="0" parTransId="{CB31315B-1BAB-4752-9555-E943DC013846}" sibTransId="{88D18C77-D498-4769-9695-18A1BA3A372E}"/>
    <dgm:cxn modelId="{FE5CA510-FCB2-4057-AB99-6F3799E94954}" type="presOf" srcId="{4B9BB82A-ABF6-4F45-8772-A1EC1916AD5C}" destId="{BCB8B663-35D4-4005-84DA-CB3EDA45ED36}" srcOrd="0" destOrd="0" presId="urn:microsoft.com/office/officeart/2018/2/layout/IconVerticalSolidList"/>
    <dgm:cxn modelId="{B0C58F1E-ED4A-40FC-9E3E-9155068FBEA4}" type="presOf" srcId="{D84FA681-4554-4299-99B3-DE425DFD6A4A}" destId="{060AC9E5-215D-4BDA-AD8E-763EECCB610B}" srcOrd="0" destOrd="0" presId="urn:microsoft.com/office/officeart/2018/2/layout/IconVerticalSolidList"/>
    <dgm:cxn modelId="{6BA85625-5D4A-4326-832F-2B14C929868C}" srcId="{4B9BB82A-ABF6-4F45-8772-A1EC1916AD5C}" destId="{141B782B-9963-47DE-913A-DE10F2081076}" srcOrd="3" destOrd="0" parTransId="{99E6CF7A-95CA-41C4-8EB5-EFE6E9520320}" sibTransId="{282D7C39-7216-4545-949B-21435837AC14}"/>
    <dgm:cxn modelId="{747AFD48-DE59-4E88-B3FA-0F9123697FB2}" type="presOf" srcId="{13BEECB1-1C0D-431F-A730-721E8AFFD3ED}" destId="{DC66B11B-7C24-4F33-ADC1-F63C76308E9F}" srcOrd="0" destOrd="0" presId="urn:microsoft.com/office/officeart/2018/2/layout/IconVerticalSolidList"/>
    <dgm:cxn modelId="{85177CA2-B910-4B1B-8707-60DB73765EBC}" type="presOf" srcId="{141B782B-9963-47DE-913A-DE10F2081076}" destId="{88D493EF-0432-42A2-8431-50ED7282EEA7}" srcOrd="0" destOrd="0" presId="urn:microsoft.com/office/officeart/2018/2/layout/IconVerticalSolidList"/>
    <dgm:cxn modelId="{41F1B1C3-4E89-49E2-B965-942B48A2A438}" srcId="{4B9BB82A-ABF6-4F45-8772-A1EC1916AD5C}" destId="{D84FA681-4554-4299-99B3-DE425DFD6A4A}" srcOrd="2" destOrd="0" parTransId="{C342C60E-49CF-4D9F-B54D-18EDAD5F3488}" sibTransId="{AD6E7A1B-DE09-416E-8C0B-0344ACC88DBF}"/>
    <dgm:cxn modelId="{5FC6FAD7-F8CA-4CE0-8FCC-D33249EDB375}" type="presOf" srcId="{43A24639-C7C4-4B64-9DF8-323ECCF608D0}" destId="{F2D0D6A3-1F2D-4FAA-AAE0-FB2F71A4A6D6}" srcOrd="0" destOrd="0" presId="urn:microsoft.com/office/officeart/2018/2/layout/IconVerticalSolidList"/>
    <dgm:cxn modelId="{995225EB-73EE-4BCE-8FEC-16EE1ACEEEE4}" srcId="{4B9BB82A-ABF6-4F45-8772-A1EC1916AD5C}" destId="{43A24639-C7C4-4B64-9DF8-323ECCF608D0}" srcOrd="0" destOrd="0" parTransId="{473B612C-B6E5-42BC-9C09-9E745BF8A0FF}" sibTransId="{908A0073-6008-4CFB-B924-A96E838350BD}"/>
    <dgm:cxn modelId="{71B2E349-1490-4FB8-B1F4-C87A261A44E4}" type="presParOf" srcId="{BCB8B663-35D4-4005-84DA-CB3EDA45ED36}" destId="{584C65E5-46DD-48E1-86DD-4DF478C19C8E}" srcOrd="0" destOrd="0" presId="urn:microsoft.com/office/officeart/2018/2/layout/IconVerticalSolidList"/>
    <dgm:cxn modelId="{706CC2D6-F167-45D9-BFB8-C63BD8A75B4D}" type="presParOf" srcId="{584C65E5-46DD-48E1-86DD-4DF478C19C8E}" destId="{806A14A5-5937-4E9C-9EC1-CDF6FCD97BCD}" srcOrd="0" destOrd="0" presId="urn:microsoft.com/office/officeart/2018/2/layout/IconVerticalSolidList"/>
    <dgm:cxn modelId="{5A93C297-1E7C-41DE-82D2-8E2DB181E376}" type="presParOf" srcId="{584C65E5-46DD-48E1-86DD-4DF478C19C8E}" destId="{0E7CD875-AD3B-4CA7-A4F8-B7AAB576DF21}" srcOrd="1" destOrd="0" presId="urn:microsoft.com/office/officeart/2018/2/layout/IconVerticalSolidList"/>
    <dgm:cxn modelId="{EE8C2D3E-6315-4648-8318-CD5F7529B3D6}" type="presParOf" srcId="{584C65E5-46DD-48E1-86DD-4DF478C19C8E}" destId="{08544A7E-5493-40BE-9AFA-48B2E7F5CB9C}" srcOrd="2" destOrd="0" presId="urn:microsoft.com/office/officeart/2018/2/layout/IconVerticalSolidList"/>
    <dgm:cxn modelId="{3E752652-0E87-4645-96D9-EF0A761D91BE}" type="presParOf" srcId="{584C65E5-46DD-48E1-86DD-4DF478C19C8E}" destId="{F2D0D6A3-1F2D-4FAA-AAE0-FB2F71A4A6D6}" srcOrd="3" destOrd="0" presId="urn:microsoft.com/office/officeart/2018/2/layout/IconVerticalSolidList"/>
    <dgm:cxn modelId="{F15F2E2D-EC06-45B7-991A-4CB105BA8CA2}" type="presParOf" srcId="{BCB8B663-35D4-4005-84DA-CB3EDA45ED36}" destId="{9AAA6B7E-FB01-4FC9-B48F-DA5B2AC83756}" srcOrd="1" destOrd="0" presId="urn:microsoft.com/office/officeart/2018/2/layout/IconVerticalSolidList"/>
    <dgm:cxn modelId="{0C4331F9-26B3-4581-987B-0642728C4E85}" type="presParOf" srcId="{BCB8B663-35D4-4005-84DA-CB3EDA45ED36}" destId="{B1F4A57A-BA32-4717-BB1D-297DD902F4D3}" srcOrd="2" destOrd="0" presId="urn:microsoft.com/office/officeart/2018/2/layout/IconVerticalSolidList"/>
    <dgm:cxn modelId="{88FC8921-B931-478E-A116-7B2753586555}" type="presParOf" srcId="{B1F4A57A-BA32-4717-BB1D-297DD902F4D3}" destId="{14FEB6A6-B55A-4A20-B770-87BE454526A4}" srcOrd="0" destOrd="0" presId="urn:microsoft.com/office/officeart/2018/2/layout/IconVerticalSolidList"/>
    <dgm:cxn modelId="{D5AE4F70-5C17-409A-B089-ED134BDD4754}" type="presParOf" srcId="{B1F4A57A-BA32-4717-BB1D-297DD902F4D3}" destId="{012D26D9-27C3-407F-BC17-9E023DB040C3}" srcOrd="1" destOrd="0" presId="urn:microsoft.com/office/officeart/2018/2/layout/IconVerticalSolidList"/>
    <dgm:cxn modelId="{28E53865-C847-4B3B-A4CD-E65304C01B06}" type="presParOf" srcId="{B1F4A57A-BA32-4717-BB1D-297DD902F4D3}" destId="{85BBC6C2-2660-4E5A-AFF2-382E5D28F0BA}" srcOrd="2" destOrd="0" presId="urn:microsoft.com/office/officeart/2018/2/layout/IconVerticalSolidList"/>
    <dgm:cxn modelId="{114EF41D-8E66-4692-826F-D7B6DD04CEAC}" type="presParOf" srcId="{B1F4A57A-BA32-4717-BB1D-297DD902F4D3}" destId="{DC66B11B-7C24-4F33-ADC1-F63C76308E9F}" srcOrd="3" destOrd="0" presId="urn:microsoft.com/office/officeart/2018/2/layout/IconVerticalSolidList"/>
    <dgm:cxn modelId="{887C395C-5DA2-4DF4-B466-584017EB6E2A}" type="presParOf" srcId="{BCB8B663-35D4-4005-84DA-CB3EDA45ED36}" destId="{32A4BE9D-6F23-45BC-8B29-2A47F55D4C99}" srcOrd="3" destOrd="0" presId="urn:microsoft.com/office/officeart/2018/2/layout/IconVerticalSolidList"/>
    <dgm:cxn modelId="{4B29E2BC-7EAA-475C-8F47-8140D3EC2A2B}" type="presParOf" srcId="{BCB8B663-35D4-4005-84DA-CB3EDA45ED36}" destId="{E30F6573-D6C4-45E0-8B01-8D6E7ADF0277}" srcOrd="4" destOrd="0" presId="urn:microsoft.com/office/officeart/2018/2/layout/IconVerticalSolidList"/>
    <dgm:cxn modelId="{D7E04210-DF86-4FE1-B3AE-6247D82DC433}" type="presParOf" srcId="{E30F6573-D6C4-45E0-8B01-8D6E7ADF0277}" destId="{FA19E459-7CA3-4DE8-916A-58E5DA640BDD}" srcOrd="0" destOrd="0" presId="urn:microsoft.com/office/officeart/2018/2/layout/IconVerticalSolidList"/>
    <dgm:cxn modelId="{A643DC66-E4AC-46FE-BB3A-07FDA725EBFC}" type="presParOf" srcId="{E30F6573-D6C4-45E0-8B01-8D6E7ADF0277}" destId="{C42C060A-6649-4B5B-ACDC-1E6927ECC6FE}" srcOrd="1" destOrd="0" presId="urn:microsoft.com/office/officeart/2018/2/layout/IconVerticalSolidList"/>
    <dgm:cxn modelId="{FDCB19C3-A102-4FAA-8E93-C8FFCBF6F88E}" type="presParOf" srcId="{E30F6573-D6C4-45E0-8B01-8D6E7ADF0277}" destId="{659179FD-254B-4207-A66E-62FC489830EC}" srcOrd="2" destOrd="0" presId="urn:microsoft.com/office/officeart/2018/2/layout/IconVerticalSolidList"/>
    <dgm:cxn modelId="{C9541174-EAF4-4FD0-BA84-F8927C7B25AC}" type="presParOf" srcId="{E30F6573-D6C4-45E0-8B01-8D6E7ADF0277}" destId="{060AC9E5-215D-4BDA-AD8E-763EECCB610B}" srcOrd="3" destOrd="0" presId="urn:microsoft.com/office/officeart/2018/2/layout/IconVerticalSolidList"/>
    <dgm:cxn modelId="{0C3B7672-6A6B-42CE-99C7-49938DC0563A}" type="presParOf" srcId="{BCB8B663-35D4-4005-84DA-CB3EDA45ED36}" destId="{D073760F-917A-43B6-AA35-AADC45532CD2}" srcOrd="5" destOrd="0" presId="urn:microsoft.com/office/officeart/2018/2/layout/IconVerticalSolidList"/>
    <dgm:cxn modelId="{F4AC0320-7CB1-4685-BF5C-9C22EBA9908C}" type="presParOf" srcId="{BCB8B663-35D4-4005-84DA-CB3EDA45ED36}" destId="{16F352C9-394D-40BD-B2AA-B429EC7F77B6}" srcOrd="6" destOrd="0" presId="urn:microsoft.com/office/officeart/2018/2/layout/IconVerticalSolidList"/>
    <dgm:cxn modelId="{879B977C-1B61-43ED-9C29-7B7E34EBFF7C}" type="presParOf" srcId="{16F352C9-394D-40BD-B2AA-B429EC7F77B6}" destId="{FC0B3A88-658A-43A3-B1AF-5E82B7BC2678}" srcOrd="0" destOrd="0" presId="urn:microsoft.com/office/officeart/2018/2/layout/IconVerticalSolidList"/>
    <dgm:cxn modelId="{95556222-1AC7-4917-9586-2805CAAD4EE0}" type="presParOf" srcId="{16F352C9-394D-40BD-B2AA-B429EC7F77B6}" destId="{70719D2F-11CD-4143-8193-C59CAD122D00}" srcOrd="1" destOrd="0" presId="urn:microsoft.com/office/officeart/2018/2/layout/IconVerticalSolidList"/>
    <dgm:cxn modelId="{363DDDA7-A2C5-419E-AF60-3A62A1A3AD41}" type="presParOf" srcId="{16F352C9-394D-40BD-B2AA-B429EC7F77B6}" destId="{1EE061B2-3CD8-4991-A5A2-CD9758BD979D}" srcOrd="2" destOrd="0" presId="urn:microsoft.com/office/officeart/2018/2/layout/IconVerticalSolidList"/>
    <dgm:cxn modelId="{14A0573A-B1BA-4B0C-BDE6-47321A7758C8}" type="presParOf" srcId="{16F352C9-394D-40BD-B2AA-B429EC7F77B6}" destId="{88D493EF-0432-42A2-8431-50ED7282EEA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B982DC2-4348-4971-AF28-AC6058A7FA03}"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BEBE8781-A397-42FB-B490-95C6D65F34AF}">
      <dgm:prSet custT="1"/>
      <dgm:spPr>
        <a:solidFill>
          <a:srgbClr val="2975C1"/>
        </a:solidFill>
      </dgm:spPr>
      <dgm:t>
        <a:bodyPr/>
        <a:lstStyle/>
        <a:p>
          <a:r>
            <a:rPr lang="en-US" sz="1600" dirty="0">
              <a:solidFill>
                <a:schemeClr val="tx1"/>
              </a:solidFill>
            </a:rPr>
            <a:t>This pattern shows that our highest volume of readmissions comes from short-stay patients. </a:t>
          </a:r>
        </a:p>
      </dgm:t>
    </dgm:pt>
    <dgm:pt modelId="{942A3F33-CC80-4608-BBAE-187FEB32D3B5}" type="parTrans" cxnId="{B76F06C3-CDBA-4F13-9AC1-9C419C0353BA}">
      <dgm:prSet/>
      <dgm:spPr/>
      <dgm:t>
        <a:bodyPr/>
        <a:lstStyle/>
        <a:p>
          <a:endParaRPr lang="en-US"/>
        </a:p>
      </dgm:t>
    </dgm:pt>
    <dgm:pt modelId="{F804016C-D958-4360-8A14-B86ABB7666E6}" type="sibTrans" cxnId="{B76F06C3-CDBA-4F13-9AC1-9C419C0353BA}">
      <dgm:prSet/>
      <dgm:spPr/>
      <dgm:t>
        <a:bodyPr/>
        <a:lstStyle/>
        <a:p>
          <a:endParaRPr lang="en-US"/>
        </a:p>
      </dgm:t>
    </dgm:pt>
    <dgm:pt modelId="{526CD519-080D-4ACA-A13A-20D3E7D9F787}">
      <dgm:prSet custT="1"/>
      <dgm:spPr>
        <a:solidFill>
          <a:schemeClr val="accent5"/>
        </a:solidFill>
      </dgm:spPr>
      <dgm:t>
        <a:bodyPr/>
        <a:lstStyle/>
        <a:p>
          <a:r>
            <a:rPr lang="en-US" sz="1600" dirty="0">
              <a:solidFill>
                <a:schemeClr val="tx1"/>
              </a:solidFill>
            </a:rPr>
            <a:t>This is likely because the largest overall group of hospital admissions consists of quick, 2-to-3 day stays</a:t>
          </a:r>
        </a:p>
      </dgm:t>
    </dgm:pt>
    <dgm:pt modelId="{33D6E682-5420-4097-B2EC-E0C9A7770202}" type="parTrans" cxnId="{804BE5E3-83D8-4F8B-AF4C-5BD200544BBE}">
      <dgm:prSet/>
      <dgm:spPr/>
      <dgm:t>
        <a:bodyPr/>
        <a:lstStyle/>
        <a:p>
          <a:endParaRPr lang="en-US"/>
        </a:p>
      </dgm:t>
    </dgm:pt>
    <dgm:pt modelId="{7B17F820-BB3D-42D3-803C-AB0FE01A0B95}" type="sibTrans" cxnId="{804BE5E3-83D8-4F8B-AF4C-5BD200544BBE}">
      <dgm:prSet/>
      <dgm:spPr/>
      <dgm:t>
        <a:bodyPr/>
        <a:lstStyle/>
        <a:p>
          <a:endParaRPr lang="en-US"/>
        </a:p>
      </dgm:t>
    </dgm:pt>
    <dgm:pt modelId="{A8B79C20-11CD-458C-AC13-EC3CA42494BF}" type="pres">
      <dgm:prSet presAssocID="{DB982DC2-4348-4971-AF28-AC6058A7FA03}" presName="linear" presStyleCnt="0">
        <dgm:presLayoutVars>
          <dgm:animLvl val="lvl"/>
          <dgm:resizeHandles val="exact"/>
        </dgm:presLayoutVars>
      </dgm:prSet>
      <dgm:spPr/>
    </dgm:pt>
    <dgm:pt modelId="{3EACF4ED-F896-4515-81A3-333A9BE6B776}" type="pres">
      <dgm:prSet presAssocID="{BEBE8781-A397-42FB-B490-95C6D65F34AF}" presName="parentText" presStyleLbl="node1" presStyleIdx="0" presStyleCnt="2">
        <dgm:presLayoutVars>
          <dgm:chMax val="0"/>
          <dgm:bulletEnabled val="1"/>
        </dgm:presLayoutVars>
      </dgm:prSet>
      <dgm:spPr/>
    </dgm:pt>
    <dgm:pt modelId="{2645EBAE-B53F-458E-B701-25F90814AD8E}" type="pres">
      <dgm:prSet presAssocID="{F804016C-D958-4360-8A14-B86ABB7666E6}" presName="spacer" presStyleCnt="0"/>
      <dgm:spPr/>
    </dgm:pt>
    <dgm:pt modelId="{1B7B9C62-A12B-4B9F-AC2C-28CF60A701E0}" type="pres">
      <dgm:prSet presAssocID="{526CD519-080D-4ACA-A13A-20D3E7D9F787}" presName="parentText" presStyleLbl="node1" presStyleIdx="1" presStyleCnt="2">
        <dgm:presLayoutVars>
          <dgm:chMax val="0"/>
          <dgm:bulletEnabled val="1"/>
        </dgm:presLayoutVars>
      </dgm:prSet>
      <dgm:spPr/>
    </dgm:pt>
  </dgm:ptLst>
  <dgm:cxnLst>
    <dgm:cxn modelId="{AD10B71E-298C-43A1-B784-3CBBD9AD5A6F}" type="presOf" srcId="{DB982DC2-4348-4971-AF28-AC6058A7FA03}" destId="{A8B79C20-11CD-458C-AC13-EC3CA42494BF}" srcOrd="0" destOrd="0" presId="urn:microsoft.com/office/officeart/2005/8/layout/vList2"/>
    <dgm:cxn modelId="{9706D62A-11CF-44A3-ACB1-F2F2931FFE18}" type="presOf" srcId="{BEBE8781-A397-42FB-B490-95C6D65F34AF}" destId="{3EACF4ED-F896-4515-81A3-333A9BE6B776}" srcOrd="0" destOrd="0" presId="urn:microsoft.com/office/officeart/2005/8/layout/vList2"/>
    <dgm:cxn modelId="{DB5BA17E-F891-4C9B-B231-03E82B51A8C4}" type="presOf" srcId="{526CD519-080D-4ACA-A13A-20D3E7D9F787}" destId="{1B7B9C62-A12B-4B9F-AC2C-28CF60A701E0}" srcOrd="0" destOrd="0" presId="urn:microsoft.com/office/officeart/2005/8/layout/vList2"/>
    <dgm:cxn modelId="{B76F06C3-CDBA-4F13-9AC1-9C419C0353BA}" srcId="{DB982DC2-4348-4971-AF28-AC6058A7FA03}" destId="{BEBE8781-A397-42FB-B490-95C6D65F34AF}" srcOrd="0" destOrd="0" parTransId="{942A3F33-CC80-4608-BBAE-187FEB32D3B5}" sibTransId="{F804016C-D958-4360-8A14-B86ABB7666E6}"/>
    <dgm:cxn modelId="{804BE5E3-83D8-4F8B-AF4C-5BD200544BBE}" srcId="{DB982DC2-4348-4971-AF28-AC6058A7FA03}" destId="{526CD519-080D-4ACA-A13A-20D3E7D9F787}" srcOrd="1" destOrd="0" parTransId="{33D6E682-5420-4097-B2EC-E0C9A7770202}" sibTransId="{7B17F820-BB3D-42D3-803C-AB0FE01A0B95}"/>
    <dgm:cxn modelId="{1E3AAB47-1C61-4A1C-ABEF-67863B9878AF}" type="presParOf" srcId="{A8B79C20-11CD-458C-AC13-EC3CA42494BF}" destId="{3EACF4ED-F896-4515-81A3-333A9BE6B776}" srcOrd="0" destOrd="0" presId="urn:microsoft.com/office/officeart/2005/8/layout/vList2"/>
    <dgm:cxn modelId="{6A202FE3-8A39-48C1-A8F0-545428CFC1EA}" type="presParOf" srcId="{A8B79C20-11CD-458C-AC13-EC3CA42494BF}" destId="{2645EBAE-B53F-458E-B701-25F90814AD8E}" srcOrd="1" destOrd="0" presId="urn:microsoft.com/office/officeart/2005/8/layout/vList2"/>
    <dgm:cxn modelId="{97F732C0-5412-43AC-B030-8A86CB94A02F}" type="presParOf" srcId="{A8B79C20-11CD-458C-AC13-EC3CA42494BF}" destId="{1B7B9C62-A12B-4B9F-AC2C-28CF60A701E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C5DEA298-10A6-453E-92E5-4F6BC911872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4F96209-A3B6-4067-BD73-1A36548ABA65}">
      <dgm:prSet/>
      <dgm:spPr/>
      <dgm:t>
        <a:bodyPr/>
        <a:lstStyle/>
        <a:p>
          <a:r>
            <a:rPr lang="en-US" b="1"/>
            <a:t>The Emergency Room Bottleneck:</a:t>
          </a:r>
          <a:r>
            <a:rPr lang="en-US"/>
            <a:t> More than half of all patients enter through the emergency pipeline. This lack of pre-scheduled coordination puts immense pressure on hospital resources and limits up-front administrative checks.</a:t>
          </a:r>
        </a:p>
      </dgm:t>
    </dgm:pt>
    <dgm:pt modelId="{4BF716AE-E1D9-4CC4-B48F-51C18CF0602B}" type="parTrans" cxnId="{42A71FC5-74C4-4E8B-8E75-09339AC791E0}">
      <dgm:prSet/>
      <dgm:spPr/>
      <dgm:t>
        <a:bodyPr/>
        <a:lstStyle/>
        <a:p>
          <a:endParaRPr lang="en-US"/>
        </a:p>
      </dgm:t>
    </dgm:pt>
    <dgm:pt modelId="{0FA98711-E675-4FBD-9FE3-585E94BDB162}" type="sibTrans" cxnId="{42A71FC5-74C4-4E8B-8E75-09339AC791E0}">
      <dgm:prSet/>
      <dgm:spPr/>
      <dgm:t>
        <a:bodyPr/>
        <a:lstStyle/>
        <a:p>
          <a:endParaRPr lang="en-US"/>
        </a:p>
      </dgm:t>
    </dgm:pt>
    <dgm:pt modelId="{9AE7FF97-558C-48CF-83AF-5F3D749FEDDF}">
      <dgm:prSet/>
      <dgm:spPr/>
      <dgm:t>
        <a:bodyPr/>
        <a:lstStyle/>
        <a:p>
          <a:r>
            <a:rPr lang="en-US" b="1" dirty="0"/>
            <a:t>The Medication Safety Gap:</a:t>
          </a:r>
          <a:r>
            <a:rPr lang="en-US" dirty="0"/>
            <a:t> Nearly half of all patients experience sudden medication changes right before discharge, creating a clear operational gap where errors can happen once the patient leaves the facility</a:t>
          </a:r>
        </a:p>
        <a:p>
          <a:r>
            <a:rPr lang="en-US" dirty="0"/>
            <a:t>When a patient is sent home with a massive list of drugs that were </a:t>
          </a:r>
          <a:r>
            <a:rPr lang="en-US" i="1" dirty="0"/>
            <a:t>just modified</a:t>
          </a:r>
          <a:r>
            <a:rPr lang="en-US" dirty="0"/>
            <a:t>, their risk of confusion or non-adherence spikes dramatically.</a:t>
          </a:r>
        </a:p>
      </dgm:t>
    </dgm:pt>
    <dgm:pt modelId="{A6713BCD-B1A5-42AF-AD61-21710B5FBEBA}" type="parTrans" cxnId="{BA3E89EC-1445-4692-A3E4-72F563887CA9}">
      <dgm:prSet/>
      <dgm:spPr/>
      <dgm:t>
        <a:bodyPr/>
        <a:lstStyle/>
        <a:p>
          <a:endParaRPr lang="en-US"/>
        </a:p>
      </dgm:t>
    </dgm:pt>
    <dgm:pt modelId="{74421868-D7E8-4D6A-8B7D-057A434CB76F}" type="sibTrans" cxnId="{BA3E89EC-1445-4692-A3E4-72F563887CA9}">
      <dgm:prSet/>
      <dgm:spPr/>
      <dgm:t>
        <a:bodyPr/>
        <a:lstStyle/>
        <a:p>
          <a:endParaRPr lang="en-US"/>
        </a:p>
      </dgm:t>
    </dgm:pt>
    <dgm:pt modelId="{6823C48A-D121-4984-AA13-58E61F427A02}">
      <dgm:prSet/>
      <dgm:spPr/>
      <dgm:t>
        <a:bodyPr/>
        <a:lstStyle/>
        <a:p>
          <a:pPr>
            <a:buNone/>
          </a:pPr>
          <a:r>
            <a:rPr lang="en-US" b="1" dirty="0"/>
            <a:t>Extreme Data Imbalance:</a:t>
          </a:r>
          <a:r>
            <a:rPr lang="en-US" dirty="0"/>
            <a:t> Caucasian patient encounters (76,099) represent the overwhelming majority of the dataset, outnumbering the next largest group (African American patients) by nearly four to one</a:t>
          </a:r>
        </a:p>
      </dgm:t>
    </dgm:pt>
    <dgm:pt modelId="{C269EAF1-6ED9-4060-9611-0A008D8A999B}" type="parTrans" cxnId="{2284F2E5-C207-47FC-AEDA-BA3076D9D949}">
      <dgm:prSet/>
      <dgm:spPr/>
      <dgm:t>
        <a:bodyPr/>
        <a:lstStyle/>
        <a:p>
          <a:endParaRPr lang="en-US"/>
        </a:p>
      </dgm:t>
    </dgm:pt>
    <dgm:pt modelId="{F239F430-6DBC-41D1-94F8-721AE6F59BA0}" type="sibTrans" cxnId="{2284F2E5-C207-47FC-AEDA-BA3076D9D949}">
      <dgm:prSet/>
      <dgm:spPr/>
      <dgm:t>
        <a:bodyPr/>
        <a:lstStyle/>
        <a:p>
          <a:endParaRPr lang="en-US"/>
        </a:p>
      </dgm:t>
    </dgm:pt>
    <dgm:pt modelId="{70C75A04-8CD1-4D90-889A-11C9F1A9FD9D}">
      <dgm:prSet/>
      <dgm:spPr/>
      <dgm:t>
        <a:bodyPr/>
        <a:lstStyle/>
        <a:p>
          <a:pPr>
            <a:buNone/>
          </a:pPr>
          <a:r>
            <a:rPr lang="en-US" b="1" dirty="0"/>
            <a:t>Readmission Volume Trend:</a:t>
          </a:r>
          <a:r>
            <a:rPr lang="en-US" dirty="0"/>
            <a:t> The absolute volume of 30-day readmissions peaks sharply for patients with a short </a:t>
          </a:r>
          <a:r>
            <a:rPr lang="en-US" b="1" dirty="0"/>
            <a:t>2-to-3 day stay</a:t>
          </a:r>
          <a:r>
            <a:rPr lang="en-US" dirty="0"/>
            <a:t> (nearly 18,000 patients) and then drops rapidly and steadily as the duration of the stay increases, flattening out completely by day 10</a:t>
          </a:r>
        </a:p>
      </dgm:t>
    </dgm:pt>
    <dgm:pt modelId="{3FE06490-8157-4ABA-875A-D466FC68FEFA}" type="parTrans" cxnId="{E57335C7-1C2A-41D5-A6F9-305CB9BF3AB9}">
      <dgm:prSet/>
      <dgm:spPr/>
      <dgm:t>
        <a:bodyPr/>
        <a:lstStyle/>
        <a:p>
          <a:endParaRPr lang="en-US"/>
        </a:p>
      </dgm:t>
    </dgm:pt>
    <dgm:pt modelId="{365B34CD-3F5D-4DE2-82F6-17FFC17C71EF}" type="sibTrans" cxnId="{E57335C7-1C2A-41D5-A6F9-305CB9BF3AB9}">
      <dgm:prSet/>
      <dgm:spPr/>
      <dgm:t>
        <a:bodyPr/>
        <a:lstStyle/>
        <a:p>
          <a:endParaRPr lang="en-US"/>
        </a:p>
      </dgm:t>
    </dgm:pt>
    <dgm:pt modelId="{591617BF-FD94-4C92-9E7C-D8745D9077B5}">
      <dgm:prSet/>
      <dgm:spPr/>
      <dgm:t>
        <a:bodyPr/>
        <a:lstStyle/>
        <a:p>
          <a:r>
            <a:rPr lang="en-US" b="1"/>
            <a:t>The High-Risk Peak Window:</a:t>
          </a:r>
          <a:r>
            <a:rPr lang="en-US"/>
            <a:t> The absolute highest volume of 30-day readmissions occurs in the </a:t>
          </a:r>
          <a:r>
            <a:rPr lang="en-US" b="1"/>
            <a:t>[70-80) age bracket</a:t>
          </a:r>
          <a:r>
            <a:rPr lang="en-US"/>
            <a:t>, followed closely by the </a:t>
          </a:r>
          <a:r>
            <a:rPr lang="en-US" b="1"/>
            <a:t>[60-70)</a:t>
          </a:r>
          <a:r>
            <a:rPr lang="en-US"/>
            <a:t> and </a:t>
          </a:r>
          <a:r>
            <a:rPr lang="en-US" b="1"/>
            <a:t>[80-90)</a:t>
          </a:r>
          <a:r>
            <a:rPr lang="en-US"/>
            <a:t> brackets. This confirms that elderly patients represent the primary core of hospital return volume</a:t>
          </a:r>
          <a:endParaRPr lang="en-US" dirty="0"/>
        </a:p>
      </dgm:t>
    </dgm:pt>
    <dgm:pt modelId="{4276581E-3F34-4921-A6A8-FC1551D928FE}" type="parTrans" cxnId="{27F428AC-B96A-42B9-B55A-121417912031}">
      <dgm:prSet/>
      <dgm:spPr/>
      <dgm:t>
        <a:bodyPr/>
        <a:lstStyle/>
        <a:p>
          <a:endParaRPr lang="en-US"/>
        </a:p>
      </dgm:t>
    </dgm:pt>
    <dgm:pt modelId="{433D06DC-F33E-488F-8227-FE1F27F274A3}" type="sibTrans" cxnId="{27F428AC-B96A-42B9-B55A-121417912031}">
      <dgm:prSet/>
      <dgm:spPr/>
      <dgm:t>
        <a:bodyPr/>
        <a:lstStyle/>
        <a:p>
          <a:endParaRPr lang="en-US"/>
        </a:p>
      </dgm:t>
    </dgm:pt>
    <dgm:pt modelId="{72CB901D-E93E-461F-A6D1-1A7C1D19C8D3}" type="pres">
      <dgm:prSet presAssocID="{C5DEA298-10A6-453E-92E5-4F6BC9118727}" presName="linear" presStyleCnt="0">
        <dgm:presLayoutVars>
          <dgm:animLvl val="lvl"/>
          <dgm:resizeHandles val="exact"/>
        </dgm:presLayoutVars>
      </dgm:prSet>
      <dgm:spPr/>
    </dgm:pt>
    <dgm:pt modelId="{0EEC4834-8D91-4825-BBCE-05BA127F19EC}" type="pres">
      <dgm:prSet presAssocID="{6823C48A-D121-4984-AA13-58E61F427A02}" presName="parentText" presStyleLbl="node1" presStyleIdx="0" presStyleCnt="5" custLinFactY="-15916" custLinFactNeighborX="-696" custLinFactNeighborY="-100000">
        <dgm:presLayoutVars>
          <dgm:chMax val="0"/>
          <dgm:bulletEnabled val="1"/>
        </dgm:presLayoutVars>
      </dgm:prSet>
      <dgm:spPr/>
    </dgm:pt>
    <dgm:pt modelId="{D580D828-0DE3-49F2-B505-33A7A6C4E0BE}" type="pres">
      <dgm:prSet presAssocID="{F239F430-6DBC-41D1-94F8-721AE6F59BA0}" presName="spacer" presStyleCnt="0"/>
      <dgm:spPr/>
    </dgm:pt>
    <dgm:pt modelId="{FF69D3CC-1C0C-4BE5-A5A5-0B74CDFA518E}" type="pres">
      <dgm:prSet presAssocID="{24F96209-A3B6-4067-BD73-1A36548ABA65}" presName="parentText" presStyleLbl="node1" presStyleIdx="1" presStyleCnt="5" custLinFactY="-4779" custLinFactNeighborX="0" custLinFactNeighborY="-100000">
        <dgm:presLayoutVars>
          <dgm:chMax val="0"/>
          <dgm:bulletEnabled val="1"/>
        </dgm:presLayoutVars>
      </dgm:prSet>
      <dgm:spPr/>
    </dgm:pt>
    <dgm:pt modelId="{29973751-47E1-4C25-BBEF-5808BD9A7159}" type="pres">
      <dgm:prSet presAssocID="{0FA98711-E675-4FBD-9FE3-585E94BDB162}" presName="spacer" presStyleCnt="0"/>
      <dgm:spPr/>
    </dgm:pt>
    <dgm:pt modelId="{8D01E009-38B2-4860-9FA4-1FCF7B5CC5F1}" type="pres">
      <dgm:prSet presAssocID="{9AE7FF97-558C-48CF-83AF-5F3D749FEDDF}" presName="parentText" presStyleLbl="node1" presStyleIdx="2" presStyleCnt="5" custLinFactNeighborX="0" custLinFactNeighborY="62861">
        <dgm:presLayoutVars>
          <dgm:chMax val="0"/>
          <dgm:bulletEnabled val="1"/>
        </dgm:presLayoutVars>
      </dgm:prSet>
      <dgm:spPr/>
    </dgm:pt>
    <dgm:pt modelId="{6206245A-BD74-4BD5-A430-EEDDF8E4C1C0}" type="pres">
      <dgm:prSet presAssocID="{74421868-D7E8-4D6A-8B7D-057A434CB76F}" presName="spacer" presStyleCnt="0"/>
      <dgm:spPr/>
    </dgm:pt>
    <dgm:pt modelId="{F6DCBB06-AAAE-4867-85B5-EA6BBA757668}" type="pres">
      <dgm:prSet presAssocID="{70C75A04-8CD1-4D90-889A-11C9F1A9FD9D}" presName="parentText" presStyleLbl="node1" presStyleIdx="3" presStyleCnt="5" custLinFactY="134894" custLinFactNeighborY="200000">
        <dgm:presLayoutVars>
          <dgm:chMax val="0"/>
          <dgm:bulletEnabled val="1"/>
        </dgm:presLayoutVars>
      </dgm:prSet>
      <dgm:spPr/>
    </dgm:pt>
    <dgm:pt modelId="{1A248CA0-827F-44EA-A2C0-9E0455A261B6}" type="pres">
      <dgm:prSet presAssocID="{365B34CD-3F5D-4DE2-82F6-17FFC17C71EF}" presName="spacer" presStyleCnt="0"/>
      <dgm:spPr/>
    </dgm:pt>
    <dgm:pt modelId="{42EB75AE-3E14-4DBF-940D-73F00D5CF105}" type="pres">
      <dgm:prSet presAssocID="{591617BF-FD94-4C92-9E7C-D8745D9077B5}" presName="parentText" presStyleLbl="node1" presStyleIdx="4" presStyleCnt="5" custLinFactY="-80680" custLinFactNeighborX="0" custLinFactNeighborY="-100000">
        <dgm:presLayoutVars>
          <dgm:chMax val="0"/>
          <dgm:bulletEnabled val="1"/>
        </dgm:presLayoutVars>
      </dgm:prSet>
      <dgm:spPr/>
    </dgm:pt>
  </dgm:ptLst>
  <dgm:cxnLst>
    <dgm:cxn modelId="{1D6FDD23-027F-41D6-82F6-0F377CCAC37B}" type="presOf" srcId="{70C75A04-8CD1-4D90-889A-11C9F1A9FD9D}" destId="{F6DCBB06-AAAE-4867-85B5-EA6BBA757668}" srcOrd="0" destOrd="0" presId="urn:microsoft.com/office/officeart/2005/8/layout/vList2"/>
    <dgm:cxn modelId="{F696062D-6235-4EEC-8D79-2AAF61B22BED}" type="presOf" srcId="{591617BF-FD94-4C92-9E7C-D8745D9077B5}" destId="{42EB75AE-3E14-4DBF-940D-73F00D5CF105}" srcOrd="0" destOrd="0" presId="urn:microsoft.com/office/officeart/2005/8/layout/vList2"/>
    <dgm:cxn modelId="{0F8AC06B-691B-42E6-B52C-0AA98D91453B}" type="presOf" srcId="{24F96209-A3B6-4067-BD73-1A36548ABA65}" destId="{FF69D3CC-1C0C-4BE5-A5A5-0B74CDFA518E}" srcOrd="0" destOrd="0" presId="urn:microsoft.com/office/officeart/2005/8/layout/vList2"/>
    <dgm:cxn modelId="{3D6E5752-2ECB-4AB7-A0F2-C72285FDE067}" type="presOf" srcId="{C5DEA298-10A6-453E-92E5-4F6BC9118727}" destId="{72CB901D-E93E-461F-A6D1-1A7C1D19C8D3}" srcOrd="0" destOrd="0" presId="urn:microsoft.com/office/officeart/2005/8/layout/vList2"/>
    <dgm:cxn modelId="{16B99C59-A5A1-4A82-9904-9BFD9A0615AA}" type="presOf" srcId="{6823C48A-D121-4984-AA13-58E61F427A02}" destId="{0EEC4834-8D91-4825-BBCE-05BA127F19EC}" srcOrd="0" destOrd="0" presId="urn:microsoft.com/office/officeart/2005/8/layout/vList2"/>
    <dgm:cxn modelId="{27F428AC-B96A-42B9-B55A-121417912031}" srcId="{C5DEA298-10A6-453E-92E5-4F6BC9118727}" destId="{591617BF-FD94-4C92-9E7C-D8745D9077B5}" srcOrd="4" destOrd="0" parTransId="{4276581E-3F34-4921-A6A8-FC1551D928FE}" sibTransId="{433D06DC-F33E-488F-8227-FE1F27F274A3}"/>
    <dgm:cxn modelId="{42A71FC5-74C4-4E8B-8E75-09339AC791E0}" srcId="{C5DEA298-10A6-453E-92E5-4F6BC9118727}" destId="{24F96209-A3B6-4067-BD73-1A36548ABA65}" srcOrd="1" destOrd="0" parTransId="{4BF716AE-E1D9-4CC4-B48F-51C18CF0602B}" sibTransId="{0FA98711-E675-4FBD-9FE3-585E94BDB162}"/>
    <dgm:cxn modelId="{E57335C7-1C2A-41D5-A6F9-305CB9BF3AB9}" srcId="{C5DEA298-10A6-453E-92E5-4F6BC9118727}" destId="{70C75A04-8CD1-4D90-889A-11C9F1A9FD9D}" srcOrd="3" destOrd="0" parTransId="{3FE06490-8157-4ABA-875A-D466FC68FEFA}" sibTransId="{365B34CD-3F5D-4DE2-82F6-17FFC17C71EF}"/>
    <dgm:cxn modelId="{2284F2E5-C207-47FC-AEDA-BA3076D9D949}" srcId="{C5DEA298-10A6-453E-92E5-4F6BC9118727}" destId="{6823C48A-D121-4984-AA13-58E61F427A02}" srcOrd="0" destOrd="0" parTransId="{C269EAF1-6ED9-4060-9611-0A008D8A999B}" sibTransId="{F239F430-6DBC-41D1-94F8-721AE6F59BA0}"/>
    <dgm:cxn modelId="{BA3E89EC-1445-4692-A3E4-72F563887CA9}" srcId="{C5DEA298-10A6-453E-92E5-4F6BC9118727}" destId="{9AE7FF97-558C-48CF-83AF-5F3D749FEDDF}" srcOrd="2" destOrd="0" parTransId="{A6713BCD-B1A5-42AF-AD61-21710B5FBEBA}" sibTransId="{74421868-D7E8-4D6A-8B7D-057A434CB76F}"/>
    <dgm:cxn modelId="{6FF5FDF5-1B9F-4290-B3A5-F6A5EDF135B7}" type="presOf" srcId="{9AE7FF97-558C-48CF-83AF-5F3D749FEDDF}" destId="{8D01E009-38B2-4860-9FA4-1FCF7B5CC5F1}" srcOrd="0" destOrd="0" presId="urn:microsoft.com/office/officeart/2005/8/layout/vList2"/>
    <dgm:cxn modelId="{0A39742C-9835-4887-8C75-38B7CCD5F48A}" type="presParOf" srcId="{72CB901D-E93E-461F-A6D1-1A7C1D19C8D3}" destId="{0EEC4834-8D91-4825-BBCE-05BA127F19EC}" srcOrd="0" destOrd="0" presId="urn:microsoft.com/office/officeart/2005/8/layout/vList2"/>
    <dgm:cxn modelId="{59AA9CB6-C724-4C8F-A03C-2C3BFBDCCC29}" type="presParOf" srcId="{72CB901D-E93E-461F-A6D1-1A7C1D19C8D3}" destId="{D580D828-0DE3-49F2-B505-33A7A6C4E0BE}" srcOrd="1" destOrd="0" presId="urn:microsoft.com/office/officeart/2005/8/layout/vList2"/>
    <dgm:cxn modelId="{DAE36656-DA06-41CC-BFF3-26C3966124B7}" type="presParOf" srcId="{72CB901D-E93E-461F-A6D1-1A7C1D19C8D3}" destId="{FF69D3CC-1C0C-4BE5-A5A5-0B74CDFA518E}" srcOrd="2" destOrd="0" presId="urn:microsoft.com/office/officeart/2005/8/layout/vList2"/>
    <dgm:cxn modelId="{7D2675CE-D3E6-4039-B03D-21EA53555234}" type="presParOf" srcId="{72CB901D-E93E-461F-A6D1-1A7C1D19C8D3}" destId="{29973751-47E1-4C25-BBEF-5808BD9A7159}" srcOrd="3" destOrd="0" presId="urn:microsoft.com/office/officeart/2005/8/layout/vList2"/>
    <dgm:cxn modelId="{41DEA5D7-9B8C-41AA-ABBB-7001D15E73D9}" type="presParOf" srcId="{72CB901D-E93E-461F-A6D1-1A7C1D19C8D3}" destId="{8D01E009-38B2-4860-9FA4-1FCF7B5CC5F1}" srcOrd="4" destOrd="0" presId="urn:microsoft.com/office/officeart/2005/8/layout/vList2"/>
    <dgm:cxn modelId="{2D84FE09-4FCB-4D6C-81D4-D3A9F50FE932}" type="presParOf" srcId="{72CB901D-E93E-461F-A6D1-1A7C1D19C8D3}" destId="{6206245A-BD74-4BD5-A430-EEDDF8E4C1C0}" srcOrd="5" destOrd="0" presId="urn:microsoft.com/office/officeart/2005/8/layout/vList2"/>
    <dgm:cxn modelId="{4CE54412-CDAA-4EDF-B2B4-E96A78BD8AE2}" type="presParOf" srcId="{72CB901D-E93E-461F-A6D1-1A7C1D19C8D3}" destId="{F6DCBB06-AAAE-4867-85B5-EA6BBA757668}" srcOrd="6" destOrd="0" presId="urn:microsoft.com/office/officeart/2005/8/layout/vList2"/>
    <dgm:cxn modelId="{96DC7690-FFF6-4743-B842-000CF1084C4F}" type="presParOf" srcId="{72CB901D-E93E-461F-A6D1-1A7C1D19C8D3}" destId="{1A248CA0-827F-44EA-A2C0-9E0455A261B6}" srcOrd="7" destOrd="0" presId="urn:microsoft.com/office/officeart/2005/8/layout/vList2"/>
    <dgm:cxn modelId="{D678AE3B-DA54-4175-92AE-E10BBE9E3DA9}" type="presParOf" srcId="{72CB901D-E93E-461F-A6D1-1A7C1D19C8D3}" destId="{42EB75AE-3E14-4DBF-940D-73F00D5CF10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611BD02-2C5F-46BA-855B-3D0D4A50C6B5}" type="doc">
      <dgm:prSet loTypeId="urn:microsoft.com/office/officeart/2005/8/layout/vList2" loCatId="list" qsTypeId="urn:microsoft.com/office/officeart/2005/8/quickstyle/simple2" qsCatId="simple" csTypeId="urn:microsoft.com/office/officeart/2005/8/colors/accent0_3" csCatId="mainScheme" phldr="1"/>
      <dgm:spPr/>
      <dgm:t>
        <a:bodyPr/>
        <a:lstStyle/>
        <a:p>
          <a:endParaRPr lang="en-US"/>
        </a:p>
      </dgm:t>
    </dgm:pt>
    <dgm:pt modelId="{9542979B-C70C-4B82-88CB-D595F367DBAF}">
      <dgm:prSet/>
      <dgm:spPr/>
      <dgm:t>
        <a:bodyPr/>
        <a:lstStyle/>
        <a:p>
          <a:r>
            <a:rPr lang="en-US" b="1" dirty="0"/>
            <a:t>Implement Demographic Stratification in Risk Screening</a:t>
          </a:r>
          <a:endParaRPr lang="en-US" dirty="0"/>
        </a:p>
        <a:p>
          <a:pPr>
            <a:buFont typeface="Arial" panose="020B0604020202020204" pitchFamily="34" charset="0"/>
            <a:buChar char="•"/>
          </a:pPr>
          <a:r>
            <a:rPr lang="en-US" dirty="0"/>
            <a:t>Clinical screening tools must adjust for baseline population imbalances so that risk factors unique to minority patient groups are not overshadowed by majority demographic trends. This ensures equitable care monitoring across all patient populations.</a:t>
          </a:r>
        </a:p>
      </dgm:t>
    </dgm:pt>
    <dgm:pt modelId="{EDE5974F-2D13-4C4A-BB5A-0B43B23DD200}" type="parTrans" cxnId="{8A83AF7B-85DF-4A01-AA93-05A6C4C82F1A}">
      <dgm:prSet/>
      <dgm:spPr/>
      <dgm:t>
        <a:bodyPr/>
        <a:lstStyle/>
        <a:p>
          <a:endParaRPr lang="en-US"/>
        </a:p>
      </dgm:t>
    </dgm:pt>
    <dgm:pt modelId="{ACD0A930-D021-4A75-BBFC-94D26454538A}" type="sibTrans" cxnId="{8A83AF7B-85DF-4A01-AA93-05A6C4C82F1A}">
      <dgm:prSet phldrT="01" phldr="0"/>
      <dgm:spPr/>
      <dgm:t>
        <a:bodyPr/>
        <a:lstStyle/>
        <a:p>
          <a:endParaRPr lang="en-US"/>
        </a:p>
      </dgm:t>
    </dgm:pt>
    <dgm:pt modelId="{F9051689-08E1-4DEE-9A5B-BDE4924A01A8}">
      <dgm:prSet/>
      <dgm:spPr/>
      <dgm:t>
        <a:bodyPr/>
        <a:lstStyle/>
        <a:p>
          <a:pPr>
            <a:buFont typeface="Arial" panose="020B0604020202020204" pitchFamily="34" charset="0"/>
            <a:buNone/>
          </a:pPr>
          <a:r>
            <a:rPr lang="en-US" b="1" dirty="0"/>
            <a:t>Automate Immediate ER Screenings:</a:t>
          </a:r>
          <a:r>
            <a:rPr lang="en-US" dirty="0"/>
            <a:t> Deploy digital administrative flags directly into the Emergency Department intake workflow to catch missing patient data and documentation gaps at the exact moment of entry</a:t>
          </a:r>
        </a:p>
      </dgm:t>
    </dgm:pt>
    <dgm:pt modelId="{3BF45B9C-3689-4615-BE70-5BAE3F00AB04}" type="parTrans" cxnId="{C59FCD1D-21D2-4E64-918F-83B691681584}">
      <dgm:prSet/>
      <dgm:spPr/>
      <dgm:t>
        <a:bodyPr/>
        <a:lstStyle/>
        <a:p>
          <a:endParaRPr lang="en-US"/>
        </a:p>
      </dgm:t>
    </dgm:pt>
    <dgm:pt modelId="{A6BDCE7D-D588-400F-9032-38CFCC4B8EAF}" type="sibTrans" cxnId="{C59FCD1D-21D2-4E64-918F-83B691681584}">
      <dgm:prSet phldrT="02" phldr="0"/>
      <dgm:spPr/>
      <dgm:t>
        <a:bodyPr/>
        <a:lstStyle/>
        <a:p>
          <a:endParaRPr lang="en-US"/>
        </a:p>
      </dgm:t>
    </dgm:pt>
    <dgm:pt modelId="{222E4A22-A1A5-4C86-BD76-CF88DCE47D20}">
      <dgm:prSet/>
      <dgm:spPr/>
      <dgm:t>
        <a:bodyPr/>
        <a:lstStyle/>
        <a:p>
          <a:pPr>
            <a:buNone/>
          </a:pPr>
          <a:r>
            <a:rPr lang="en-US" b="1" dirty="0"/>
            <a:t>Standardize Short-Stay Protocols:</a:t>
          </a:r>
          <a:r>
            <a:rPr lang="en-US" dirty="0"/>
            <a:t> Create specialized, efficient discharge checklists for patients on rapid 2-to-3 day inpatient stays, as this window generates the highest absolute volume of system-wide readmissions</a:t>
          </a:r>
        </a:p>
      </dgm:t>
    </dgm:pt>
    <dgm:pt modelId="{B3062225-6483-44A6-8FAC-94F27E8CBDEB}" type="parTrans" cxnId="{6406434C-8E71-4736-B386-7D8C5BA641A1}">
      <dgm:prSet/>
      <dgm:spPr/>
      <dgm:t>
        <a:bodyPr/>
        <a:lstStyle/>
        <a:p>
          <a:endParaRPr lang="en-US"/>
        </a:p>
      </dgm:t>
    </dgm:pt>
    <dgm:pt modelId="{36AE2CFE-987B-492D-A737-B52DF4B08201}" type="sibTrans" cxnId="{6406434C-8E71-4736-B386-7D8C5BA641A1}">
      <dgm:prSet/>
      <dgm:spPr/>
      <dgm:t>
        <a:bodyPr/>
        <a:lstStyle/>
        <a:p>
          <a:endParaRPr lang="en-US"/>
        </a:p>
      </dgm:t>
    </dgm:pt>
    <dgm:pt modelId="{4B4BA3E6-2673-43F0-81BB-1DACA68968FB}">
      <dgm:prSet/>
      <dgm:spPr/>
      <dgm:t>
        <a:bodyPr/>
        <a:lstStyle/>
        <a:p>
          <a:r>
            <a:rPr lang="en-US" b="1" dirty="0"/>
            <a:t>Standardize Post-Discharge Follow-Ups for Last-Minute Medication Changes</a:t>
          </a:r>
          <a:endParaRPr lang="en-US" dirty="0"/>
        </a:p>
        <a:p>
          <a:r>
            <a:rPr lang="en-US" dirty="0"/>
            <a:t>Patients who experience sudden medication adjustments within 48 hours of discharge face a high risk of confusion and non-adherence. The hospital should mandate a final pharmacy reconciliation and schedule a mandatory clinical follow-up call within 48 hours of going home.</a:t>
          </a:r>
        </a:p>
      </dgm:t>
    </dgm:pt>
    <dgm:pt modelId="{F96DD7B1-A4C3-46E3-A151-D5ED5AF501DE}" type="parTrans" cxnId="{4FBCD355-899C-4CB6-B846-40620C0D1959}">
      <dgm:prSet/>
      <dgm:spPr/>
      <dgm:t>
        <a:bodyPr/>
        <a:lstStyle/>
        <a:p>
          <a:endParaRPr lang="en-US"/>
        </a:p>
      </dgm:t>
    </dgm:pt>
    <dgm:pt modelId="{B1607B03-1A3D-4AD3-B658-06F8F6CA856B}" type="sibTrans" cxnId="{4FBCD355-899C-4CB6-B846-40620C0D1959}">
      <dgm:prSet/>
      <dgm:spPr/>
      <dgm:t>
        <a:bodyPr/>
        <a:lstStyle/>
        <a:p>
          <a:endParaRPr lang="en-US"/>
        </a:p>
      </dgm:t>
    </dgm:pt>
    <dgm:pt modelId="{D5FD6AEF-27E6-4CA7-8B55-75F10AA7DFA1}">
      <dgm:prSet/>
      <dgm:spPr/>
      <dgm:t>
        <a:bodyPr/>
        <a:lstStyle/>
        <a:p>
          <a:r>
            <a:rPr lang="en-US" b="1" dirty="0"/>
            <a:t>Build Targeted Safety Nets for Seniors</a:t>
          </a:r>
        </a:p>
        <a:p>
          <a:r>
            <a:rPr lang="en-US" dirty="0"/>
            <a:t>Focus transitional care resources on the high-volume 60–80 age bracket, since they face the highest complexity and readmission rates.</a:t>
          </a:r>
        </a:p>
      </dgm:t>
    </dgm:pt>
    <dgm:pt modelId="{DC541BB6-EEE0-4935-AA6F-557681D6FFDE}" type="parTrans" cxnId="{5B53DCCC-13AE-467E-9162-CEBFB4A100D7}">
      <dgm:prSet/>
      <dgm:spPr/>
      <dgm:t>
        <a:bodyPr/>
        <a:lstStyle/>
        <a:p>
          <a:endParaRPr lang="en-US"/>
        </a:p>
      </dgm:t>
    </dgm:pt>
    <dgm:pt modelId="{2E5E5DCB-5C0B-44E9-ACE4-6769399AFEFA}" type="sibTrans" cxnId="{5B53DCCC-13AE-467E-9162-CEBFB4A100D7}">
      <dgm:prSet/>
      <dgm:spPr/>
      <dgm:t>
        <a:bodyPr/>
        <a:lstStyle/>
        <a:p>
          <a:endParaRPr lang="en-US"/>
        </a:p>
      </dgm:t>
    </dgm:pt>
    <dgm:pt modelId="{29700239-335D-4E82-BFF5-37B0B24875A1}" type="pres">
      <dgm:prSet presAssocID="{1611BD02-2C5F-46BA-855B-3D0D4A50C6B5}" presName="linear" presStyleCnt="0">
        <dgm:presLayoutVars>
          <dgm:animLvl val="lvl"/>
          <dgm:resizeHandles val="exact"/>
        </dgm:presLayoutVars>
      </dgm:prSet>
      <dgm:spPr/>
    </dgm:pt>
    <dgm:pt modelId="{D0A40DE0-0455-4E8F-BBB9-239012EC093D}" type="pres">
      <dgm:prSet presAssocID="{9542979B-C70C-4B82-88CB-D595F367DBAF}" presName="parentText" presStyleLbl="node1" presStyleIdx="0" presStyleCnt="5">
        <dgm:presLayoutVars>
          <dgm:chMax val="0"/>
          <dgm:bulletEnabled val="1"/>
        </dgm:presLayoutVars>
      </dgm:prSet>
      <dgm:spPr/>
    </dgm:pt>
    <dgm:pt modelId="{D8FDF005-F5BF-4AB3-8D03-3168E7063DD2}" type="pres">
      <dgm:prSet presAssocID="{ACD0A930-D021-4A75-BBFC-94D26454538A}" presName="spacer" presStyleCnt="0"/>
      <dgm:spPr/>
    </dgm:pt>
    <dgm:pt modelId="{4AC143E6-BCF2-4F79-8CAD-09E57CA5C56B}" type="pres">
      <dgm:prSet presAssocID="{F9051689-08E1-4DEE-9A5B-BDE4924A01A8}" presName="parentText" presStyleLbl="node1" presStyleIdx="1" presStyleCnt="5">
        <dgm:presLayoutVars>
          <dgm:chMax val="0"/>
          <dgm:bulletEnabled val="1"/>
        </dgm:presLayoutVars>
      </dgm:prSet>
      <dgm:spPr/>
    </dgm:pt>
    <dgm:pt modelId="{92177459-5A43-4686-BDBA-3933B39B42B0}" type="pres">
      <dgm:prSet presAssocID="{A6BDCE7D-D588-400F-9032-38CFCC4B8EAF}" presName="spacer" presStyleCnt="0"/>
      <dgm:spPr/>
    </dgm:pt>
    <dgm:pt modelId="{DBCC80F0-046F-476A-BC8F-C2BCFD6F9415}" type="pres">
      <dgm:prSet presAssocID="{4B4BA3E6-2673-43F0-81BB-1DACA68968FB}" presName="parentText" presStyleLbl="node1" presStyleIdx="2" presStyleCnt="5">
        <dgm:presLayoutVars>
          <dgm:chMax val="0"/>
          <dgm:bulletEnabled val="1"/>
        </dgm:presLayoutVars>
      </dgm:prSet>
      <dgm:spPr/>
    </dgm:pt>
    <dgm:pt modelId="{14419CCA-2E05-4B9F-B612-3567AC4D4482}" type="pres">
      <dgm:prSet presAssocID="{B1607B03-1A3D-4AD3-B658-06F8F6CA856B}" presName="spacer" presStyleCnt="0"/>
      <dgm:spPr/>
    </dgm:pt>
    <dgm:pt modelId="{BE78272B-380E-46F4-BB76-3DC52EA38838}" type="pres">
      <dgm:prSet presAssocID="{D5FD6AEF-27E6-4CA7-8B55-75F10AA7DFA1}" presName="parentText" presStyleLbl="node1" presStyleIdx="3" presStyleCnt="5">
        <dgm:presLayoutVars>
          <dgm:chMax val="0"/>
          <dgm:bulletEnabled val="1"/>
        </dgm:presLayoutVars>
      </dgm:prSet>
      <dgm:spPr/>
    </dgm:pt>
    <dgm:pt modelId="{99260B43-14B6-4A4C-99E7-E12CE7B71AFA}" type="pres">
      <dgm:prSet presAssocID="{2E5E5DCB-5C0B-44E9-ACE4-6769399AFEFA}" presName="spacer" presStyleCnt="0"/>
      <dgm:spPr/>
    </dgm:pt>
    <dgm:pt modelId="{F01886C5-6A16-4FE2-84DB-DCA54F85D0DE}" type="pres">
      <dgm:prSet presAssocID="{222E4A22-A1A5-4C86-BD76-CF88DCE47D20}" presName="parentText" presStyleLbl="node1" presStyleIdx="4" presStyleCnt="5">
        <dgm:presLayoutVars>
          <dgm:chMax val="0"/>
          <dgm:bulletEnabled val="1"/>
        </dgm:presLayoutVars>
      </dgm:prSet>
      <dgm:spPr/>
    </dgm:pt>
  </dgm:ptLst>
  <dgm:cxnLst>
    <dgm:cxn modelId="{A63CA305-6DE3-4AA6-80DB-A47D1AEF3C23}" type="presOf" srcId="{222E4A22-A1A5-4C86-BD76-CF88DCE47D20}" destId="{F01886C5-6A16-4FE2-84DB-DCA54F85D0DE}" srcOrd="0" destOrd="0" presId="urn:microsoft.com/office/officeart/2005/8/layout/vList2"/>
    <dgm:cxn modelId="{8A87D919-87C8-4517-A726-63DCB60E1AAF}" type="presOf" srcId="{1611BD02-2C5F-46BA-855B-3D0D4A50C6B5}" destId="{29700239-335D-4E82-BFF5-37B0B24875A1}" srcOrd="0" destOrd="0" presId="urn:microsoft.com/office/officeart/2005/8/layout/vList2"/>
    <dgm:cxn modelId="{C59FCD1D-21D2-4E64-918F-83B691681584}" srcId="{1611BD02-2C5F-46BA-855B-3D0D4A50C6B5}" destId="{F9051689-08E1-4DEE-9A5B-BDE4924A01A8}" srcOrd="1" destOrd="0" parTransId="{3BF45B9C-3689-4615-BE70-5BAE3F00AB04}" sibTransId="{A6BDCE7D-D588-400F-9032-38CFCC4B8EAF}"/>
    <dgm:cxn modelId="{1670303A-417E-4E49-88D5-424D919BE9C7}" type="presOf" srcId="{D5FD6AEF-27E6-4CA7-8B55-75F10AA7DFA1}" destId="{BE78272B-380E-46F4-BB76-3DC52EA38838}" srcOrd="0" destOrd="0" presId="urn:microsoft.com/office/officeart/2005/8/layout/vList2"/>
    <dgm:cxn modelId="{6406434C-8E71-4736-B386-7D8C5BA641A1}" srcId="{1611BD02-2C5F-46BA-855B-3D0D4A50C6B5}" destId="{222E4A22-A1A5-4C86-BD76-CF88DCE47D20}" srcOrd="4" destOrd="0" parTransId="{B3062225-6483-44A6-8FAC-94F27E8CBDEB}" sibTransId="{36AE2CFE-987B-492D-A737-B52DF4B08201}"/>
    <dgm:cxn modelId="{4FBCD355-899C-4CB6-B846-40620C0D1959}" srcId="{1611BD02-2C5F-46BA-855B-3D0D4A50C6B5}" destId="{4B4BA3E6-2673-43F0-81BB-1DACA68968FB}" srcOrd="2" destOrd="0" parTransId="{F96DD7B1-A4C3-46E3-A151-D5ED5AF501DE}" sibTransId="{B1607B03-1A3D-4AD3-B658-06F8F6CA856B}"/>
    <dgm:cxn modelId="{8A83AF7B-85DF-4A01-AA93-05A6C4C82F1A}" srcId="{1611BD02-2C5F-46BA-855B-3D0D4A50C6B5}" destId="{9542979B-C70C-4B82-88CB-D595F367DBAF}" srcOrd="0" destOrd="0" parTransId="{EDE5974F-2D13-4C4A-BB5A-0B43B23DD200}" sibTransId="{ACD0A930-D021-4A75-BBFC-94D26454538A}"/>
    <dgm:cxn modelId="{4E21BE83-59FB-4DFC-BA0A-6CCA2C5006D3}" type="presOf" srcId="{4B4BA3E6-2673-43F0-81BB-1DACA68968FB}" destId="{DBCC80F0-046F-476A-BC8F-C2BCFD6F9415}" srcOrd="0" destOrd="0" presId="urn:microsoft.com/office/officeart/2005/8/layout/vList2"/>
    <dgm:cxn modelId="{5800C886-0F6C-4E0B-B585-6FE0F463E853}" type="presOf" srcId="{F9051689-08E1-4DEE-9A5B-BDE4924A01A8}" destId="{4AC143E6-BCF2-4F79-8CAD-09E57CA5C56B}" srcOrd="0" destOrd="0" presId="urn:microsoft.com/office/officeart/2005/8/layout/vList2"/>
    <dgm:cxn modelId="{5B53DCCC-13AE-467E-9162-CEBFB4A100D7}" srcId="{1611BD02-2C5F-46BA-855B-3D0D4A50C6B5}" destId="{D5FD6AEF-27E6-4CA7-8B55-75F10AA7DFA1}" srcOrd="3" destOrd="0" parTransId="{DC541BB6-EEE0-4935-AA6F-557681D6FFDE}" sibTransId="{2E5E5DCB-5C0B-44E9-ACE4-6769399AFEFA}"/>
    <dgm:cxn modelId="{B7BAAAEE-C520-453B-9CF5-FFC3FF2D6019}" type="presOf" srcId="{9542979B-C70C-4B82-88CB-D595F367DBAF}" destId="{D0A40DE0-0455-4E8F-BBB9-239012EC093D}" srcOrd="0" destOrd="0" presId="urn:microsoft.com/office/officeart/2005/8/layout/vList2"/>
    <dgm:cxn modelId="{CE3659DA-64A2-47B4-A3F7-E4F2CB40FB05}" type="presParOf" srcId="{29700239-335D-4E82-BFF5-37B0B24875A1}" destId="{D0A40DE0-0455-4E8F-BBB9-239012EC093D}" srcOrd="0" destOrd="0" presId="urn:microsoft.com/office/officeart/2005/8/layout/vList2"/>
    <dgm:cxn modelId="{B4A8C77F-AA77-4860-ABF1-6E21BD29D4A1}" type="presParOf" srcId="{29700239-335D-4E82-BFF5-37B0B24875A1}" destId="{D8FDF005-F5BF-4AB3-8D03-3168E7063DD2}" srcOrd="1" destOrd="0" presId="urn:microsoft.com/office/officeart/2005/8/layout/vList2"/>
    <dgm:cxn modelId="{9058F7B1-E21A-486A-AB0B-1AEAB6C12B7C}" type="presParOf" srcId="{29700239-335D-4E82-BFF5-37B0B24875A1}" destId="{4AC143E6-BCF2-4F79-8CAD-09E57CA5C56B}" srcOrd="2" destOrd="0" presId="urn:microsoft.com/office/officeart/2005/8/layout/vList2"/>
    <dgm:cxn modelId="{CE85B267-AE2A-4433-862B-EC5AC77BD6CA}" type="presParOf" srcId="{29700239-335D-4E82-BFF5-37B0B24875A1}" destId="{92177459-5A43-4686-BDBA-3933B39B42B0}" srcOrd="3" destOrd="0" presId="urn:microsoft.com/office/officeart/2005/8/layout/vList2"/>
    <dgm:cxn modelId="{B90B466D-1B64-4EE8-9853-3774830E3EDC}" type="presParOf" srcId="{29700239-335D-4E82-BFF5-37B0B24875A1}" destId="{DBCC80F0-046F-476A-BC8F-C2BCFD6F9415}" srcOrd="4" destOrd="0" presId="urn:microsoft.com/office/officeart/2005/8/layout/vList2"/>
    <dgm:cxn modelId="{7B059479-E807-4B5E-9999-67F08C57BFAE}" type="presParOf" srcId="{29700239-335D-4E82-BFF5-37B0B24875A1}" destId="{14419CCA-2E05-4B9F-B612-3567AC4D4482}" srcOrd="5" destOrd="0" presId="urn:microsoft.com/office/officeart/2005/8/layout/vList2"/>
    <dgm:cxn modelId="{AD16213C-C73B-4BA4-9466-6A990D3F6675}" type="presParOf" srcId="{29700239-335D-4E82-BFF5-37B0B24875A1}" destId="{BE78272B-380E-46F4-BB76-3DC52EA38838}" srcOrd="6" destOrd="0" presId="urn:microsoft.com/office/officeart/2005/8/layout/vList2"/>
    <dgm:cxn modelId="{3162F141-4B7C-4FD2-8ABE-5E02CAF8B569}" type="presParOf" srcId="{29700239-335D-4E82-BFF5-37B0B24875A1}" destId="{99260B43-14B6-4A4C-99E7-E12CE7B71AFA}" srcOrd="7" destOrd="0" presId="urn:microsoft.com/office/officeart/2005/8/layout/vList2"/>
    <dgm:cxn modelId="{4D7A43E3-29D1-4C09-BC38-EEE3C9DEA5F9}" type="presParOf" srcId="{29700239-335D-4E82-BFF5-37B0B24875A1}" destId="{F01886C5-6A16-4FE2-84DB-DCA54F85D0D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45F8C8-4BD8-40C6-A5E7-BEED926385B5}" type="doc">
      <dgm:prSet loTypeId="urn:microsoft.com/office/officeart/2018/2/layout/Icon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E196694-C81E-43B4-AF4A-1E2760957261}">
      <dgm:prSet/>
      <dgm:spPr/>
      <dgm:t>
        <a:bodyPr/>
        <a:lstStyle/>
        <a:p>
          <a:pPr>
            <a:lnSpc>
              <a:spcPct val="100000"/>
            </a:lnSpc>
          </a:pPr>
          <a:r>
            <a:rPr lang="en-US"/>
            <a:t>Contact : n.elouafi12@gmail.com</a:t>
          </a:r>
        </a:p>
      </dgm:t>
    </dgm:pt>
    <dgm:pt modelId="{23BF829D-DADA-4C16-98FF-F873CEE7E473}" type="parTrans" cxnId="{534078AD-D868-45B6-9F69-F4D45235FA10}">
      <dgm:prSet/>
      <dgm:spPr/>
      <dgm:t>
        <a:bodyPr/>
        <a:lstStyle/>
        <a:p>
          <a:endParaRPr lang="en-US"/>
        </a:p>
      </dgm:t>
    </dgm:pt>
    <dgm:pt modelId="{C5301647-8060-4585-A5F5-CCFDB3180A6B}" type="sibTrans" cxnId="{534078AD-D868-45B6-9F69-F4D45235FA10}">
      <dgm:prSet/>
      <dgm:spPr/>
      <dgm:t>
        <a:bodyPr/>
        <a:lstStyle/>
        <a:p>
          <a:endParaRPr lang="en-US"/>
        </a:p>
      </dgm:t>
    </dgm:pt>
    <dgm:pt modelId="{7010DCCA-74C2-4CAC-A1BC-C2B5D60A2947}">
      <dgm:prSet custT="1"/>
      <dgm:spPr/>
      <dgm:t>
        <a:bodyPr/>
        <a:lstStyle/>
        <a:p>
          <a:pPr>
            <a:lnSpc>
              <a:spcPct val="100000"/>
            </a:lnSpc>
          </a:pPr>
          <a:r>
            <a:rPr lang="en-US" sz="3200" dirty="0"/>
            <a:t>Any questions ? </a:t>
          </a:r>
        </a:p>
      </dgm:t>
    </dgm:pt>
    <dgm:pt modelId="{72F06130-391C-4562-A383-88B05A8E9259}" type="parTrans" cxnId="{4770C71F-A24F-4509-ACE9-CB58482F2344}">
      <dgm:prSet/>
      <dgm:spPr/>
      <dgm:t>
        <a:bodyPr/>
        <a:lstStyle/>
        <a:p>
          <a:endParaRPr lang="en-US"/>
        </a:p>
      </dgm:t>
    </dgm:pt>
    <dgm:pt modelId="{AB6EB04D-FF6A-46F3-AD26-E17AF362C8A8}" type="sibTrans" cxnId="{4770C71F-A24F-4509-ACE9-CB58482F2344}">
      <dgm:prSet/>
      <dgm:spPr/>
      <dgm:t>
        <a:bodyPr/>
        <a:lstStyle/>
        <a:p>
          <a:endParaRPr lang="en-US"/>
        </a:p>
      </dgm:t>
    </dgm:pt>
    <dgm:pt modelId="{87A75E6E-0DB3-473D-87B5-4A4C22FCD5CE}" type="pres">
      <dgm:prSet presAssocID="{B945F8C8-4BD8-40C6-A5E7-BEED926385B5}" presName="root" presStyleCnt="0">
        <dgm:presLayoutVars>
          <dgm:dir/>
          <dgm:resizeHandles val="exact"/>
        </dgm:presLayoutVars>
      </dgm:prSet>
      <dgm:spPr/>
    </dgm:pt>
    <dgm:pt modelId="{018ED1C4-5A17-4F8C-B0C6-51495CD2C1CA}" type="pres">
      <dgm:prSet presAssocID="{CE196694-C81E-43B4-AF4A-1E2760957261}" presName="compNode" presStyleCnt="0"/>
      <dgm:spPr/>
    </dgm:pt>
    <dgm:pt modelId="{A61B10E6-26B0-4D5B-9341-3816EB6FC6F3}" type="pres">
      <dgm:prSet presAssocID="{CE196694-C81E-43B4-AF4A-1E276095726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mail"/>
        </a:ext>
      </dgm:extLst>
    </dgm:pt>
    <dgm:pt modelId="{C5D490C3-D468-461A-82E0-66EF978A150C}" type="pres">
      <dgm:prSet presAssocID="{CE196694-C81E-43B4-AF4A-1E2760957261}" presName="spaceRect" presStyleCnt="0"/>
      <dgm:spPr/>
    </dgm:pt>
    <dgm:pt modelId="{BB85948B-0B11-491E-8F6F-25AB5DB1967B}" type="pres">
      <dgm:prSet presAssocID="{CE196694-C81E-43B4-AF4A-1E2760957261}" presName="textRect" presStyleLbl="revTx" presStyleIdx="0" presStyleCnt="2">
        <dgm:presLayoutVars>
          <dgm:chMax val="1"/>
          <dgm:chPref val="1"/>
        </dgm:presLayoutVars>
      </dgm:prSet>
      <dgm:spPr/>
    </dgm:pt>
    <dgm:pt modelId="{236E4105-E944-4B19-B299-E2DC37C213F1}" type="pres">
      <dgm:prSet presAssocID="{C5301647-8060-4585-A5F5-CCFDB3180A6B}" presName="sibTrans" presStyleCnt="0"/>
      <dgm:spPr/>
    </dgm:pt>
    <dgm:pt modelId="{0D7DA873-7C1D-4624-A8C0-B96D51127741}" type="pres">
      <dgm:prSet presAssocID="{7010DCCA-74C2-4CAC-A1BC-C2B5D60A2947}" presName="compNode" presStyleCnt="0"/>
      <dgm:spPr/>
    </dgm:pt>
    <dgm:pt modelId="{762D205A-2F68-43E9-9E3A-D165507BCB63}" type="pres">
      <dgm:prSet presAssocID="{7010DCCA-74C2-4CAC-A1BC-C2B5D60A294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511E2DFD-605F-4595-9B98-B9ED69D1355C}" type="pres">
      <dgm:prSet presAssocID="{7010DCCA-74C2-4CAC-A1BC-C2B5D60A2947}" presName="spaceRect" presStyleCnt="0"/>
      <dgm:spPr/>
    </dgm:pt>
    <dgm:pt modelId="{A0EF5B35-2C18-40A0-B150-2FD6750EE2FE}" type="pres">
      <dgm:prSet presAssocID="{7010DCCA-74C2-4CAC-A1BC-C2B5D60A2947}" presName="textRect" presStyleLbl="revTx" presStyleIdx="1" presStyleCnt="2">
        <dgm:presLayoutVars>
          <dgm:chMax val="1"/>
          <dgm:chPref val="1"/>
        </dgm:presLayoutVars>
      </dgm:prSet>
      <dgm:spPr/>
    </dgm:pt>
  </dgm:ptLst>
  <dgm:cxnLst>
    <dgm:cxn modelId="{4770C71F-A24F-4509-ACE9-CB58482F2344}" srcId="{B945F8C8-4BD8-40C6-A5E7-BEED926385B5}" destId="{7010DCCA-74C2-4CAC-A1BC-C2B5D60A2947}" srcOrd="1" destOrd="0" parTransId="{72F06130-391C-4562-A383-88B05A8E9259}" sibTransId="{AB6EB04D-FF6A-46F3-AD26-E17AF362C8A8}"/>
    <dgm:cxn modelId="{0082A15F-94D7-4F77-A0F2-D154571D81B6}" type="presOf" srcId="{7010DCCA-74C2-4CAC-A1BC-C2B5D60A2947}" destId="{A0EF5B35-2C18-40A0-B150-2FD6750EE2FE}" srcOrd="0" destOrd="0" presId="urn:microsoft.com/office/officeart/2018/2/layout/IconLabelList"/>
    <dgm:cxn modelId="{BC4A1F4A-B095-4ABA-A880-7137573ADCC7}" type="presOf" srcId="{CE196694-C81E-43B4-AF4A-1E2760957261}" destId="{BB85948B-0B11-491E-8F6F-25AB5DB1967B}" srcOrd="0" destOrd="0" presId="urn:microsoft.com/office/officeart/2018/2/layout/IconLabelList"/>
    <dgm:cxn modelId="{6CBFDD8B-3A95-4110-9711-69A293CB0D5E}" type="presOf" srcId="{B945F8C8-4BD8-40C6-A5E7-BEED926385B5}" destId="{87A75E6E-0DB3-473D-87B5-4A4C22FCD5CE}" srcOrd="0" destOrd="0" presId="urn:microsoft.com/office/officeart/2018/2/layout/IconLabelList"/>
    <dgm:cxn modelId="{534078AD-D868-45B6-9F69-F4D45235FA10}" srcId="{B945F8C8-4BD8-40C6-A5E7-BEED926385B5}" destId="{CE196694-C81E-43B4-AF4A-1E2760957261}" srcOrd="0" destOrd="0" parTransId="{23BF829D-DADA-4C16-98FF-F873CEE7E473}" sibTransId="{C5301647-8060-4585-A5F5-CCFDB3180A6B}"/>
    <dgm:cxn modelId="{04F2B42A-87B0-437A-9A58-93F6823117D9}" type="presParOf" srcId="{87A75E6E-0DB3-473D-87B5-4A4C22FCD5CE}" destId="{018ED1C4-5A17-4F8C-B0C6-51495CD2C1CA}" srcOrd="0" destOrd="0" presId="urn:microsoft.com/office/officeart/2018/2/layout/IconLabelList"/>
    <dgm:cxn modelId="{7E7317D6-30B2-48B8-8342-C5DE5B82CE45}" type="presParOf" srcId="{018ED1C4-5A17-4F8C-B0C6-51495CD2C1CA}" destId="{A61B10E6-26B0-4D5B-9341-3816EB6FC6F3}" srcOrd="0" destOrd="0" presId="urn:microsoft.com/office/officeart/2018/2/layout/IconLabelList"/>
    <dgm:cxn modelId="{474237FA-D3B1-4CE9-A324-DCFA776FF2B7}" type="presParOf" srcId="{018ED1C4-5A17-4F8C-B0C6-51495CD2C1CA}" destId="{C5D490C3-D468-461A-82E0-66EF978A150C}" srcOrd="1" destOrd="0" presId="urn:microsoft.com/office/officeart/2018/2/layout/IconLabelList"/>
    <dgm:cxn modelId="{DD2F2895-88CE-496F-910A-DEFAB20E78A3}" type="presParOf" srcId="{018ED1C4-5A17-4F8C-B0C6-51495CD2C1CA}" destId="{BB85948B-0B11-491E-8F6F-25AB5DB1967B}" srcOrd="2" destOrd="0" presId="urn:microsoft.com/office/officeart/2018/2/layout/IconLabelList"/>
    <dgm:cxn modelId="{BECDF6DD-D528-4099-B1F1-D65E2344E070}" type="presParOf" srcId="{87A75E6E-0DB3-473D-87B5-4A4C22FCD5CE}" destId="{236E4105-E944-4B19-B299-E2DC37C213F1}" srcOrd="1" destOrd="0" presId="urn:microsoft.com/office/officeart/2018/2/layout/IconLabelList"/>
    <dgm:cxn modelId="{8CBEB8AE-C905-4985-AE0B-8F36A26945B7}" type="presParOf" srcId="{87A75E6E-0DB3-473D-87B5-4A4C22FCD5CE}" destId="{0D7DA873-7C1D-4624-A8C0-B96D51127741}" srcOrd="2" destOrd="0" presId="urn:microsoft.com/office/officeart/2018/2/layout/IconLabelList"/>
    <dgm:cxn modelId="{B000A9A5-4D84-48DA-9048-518388DACCD9}" type="presParOf" srcId="{0D7DA873-7C1D-4624-A8C0-B96D51127741}" destId="{762D205A-2F68-43E9-9E3A-D165507BCB63}" srcOrd="0" destOrd="0" presId="urn:microsoft.com/office/officeart/2018/2/layout/IconLabelList"/>
    <dgm:cxn modelId="{30E6EFAD-99EA-484F-8874-A2232D41FEC6}" type="presParOf" srcId="{0D7DA873-7C1D-4624-A8C0-B96D51127741}" destId="{511E2DFD-605F-4595-9B98-B9ED69D1355C}" srcOrd="1" destOrd="0" presId="urn:microsoft.com/office/officeart/2018/2/layout/IconLabelList"/>
    <dgm:cxn modelId="{2B6BC0F6-0043-4E55-B3A1-5DFBC97C024F}" type="presParOf" srcId="{0D7DA873-7C1D-4624-A8C0-B96D51127741}" destId="{A0EF5B35-2C18-40A0-B150-2FD6750EE2F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3C8BD-2405-46FA-83B9-835AB9DA211B}">
      <dsp:nvSpPr>
        <dsp:cNvPr id="0" name=""/>
        <dsp:cNvSpPr/>
      </dsp:nvSpPr>
      <dsp:spPr>
        <a:xfrm>
          <a:off x="0" y="729593"/>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Introduction</a:t>
          </a:r>
        </a:p>
      </dsp:txBody>
      <dsp:txXfrm>
        <a:off x="29985" y="759578"/>
        <a:ext cx="5197830" cy="554280"/>
      </dsp:txXfrm>
    </dsp:sp>
    <dsp:sp modelId="{1BDC9ED5-4BDF-45E9-B988-0A1395BC4204}">
      <dsp:nvSpPr>
        <dsp:cNvPr id="0" name=""/>
        <dsp:cNvSpPr/>
      </dsp:nvSpPr>
      <dsp:spPr>
        <a:xfrm>
          <a:off x="0" y="1415843"/>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Objective</a:t>
          </a:r>
        </a:p>
      </dsp:txBody>
      <dsp:txXfrm>
        <a:off x="29985" y="1445828"/>
        <a:ext cx="5197830" cy="554280"/>
      </dsp:txXfrm>
    </dsp:sp>
    <dsp:sp modelId="{263EF2B4-F07B-447E-B0DA-6BEC2750BE38}">
      <dsp:nvSpPr>
        <dsp:cNvPr id="0" name=""/>
        <dsp:cNvSpPr/>
      </dsp:nvSpPr>
      <dsp:spPr>
        <a:xfrm>
          <a:off x="0" y="2102093"/>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Methodology</a:t>
          </a:r>
        </a:p>
      </dsp:txBody>
      <dsp:txXfrm>
        <a:off x="29985" y="2132078"/>
        <a:ext cx="5197830" cy="554280"/>
      </dsp:txXfrm>
    </dsp:sp>
    <dsp:sp modelId="{64975FF4-4FF3-4996-AF7A-DCFB3A3C7617}">
      <dsp:nvSpPr>
        <dsp:cNvPr id="0" name=""/>
        <dsp:cNvSpPr/>
      </dsp:nvSpPr>
      <dsp:spPr>
        <a:xfrm>
          <a:off x="0" y="2788343"/>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Analysis</a:t>
          </a:r>
        </a:p>
      </dsp:txBody>
      <dsp:txXfrm>
        <a:off x="29985" y="2818328"/>
        <a:ext cx="5197830" cy="554280"/>
      </dsp:txXfrm>
    </dsp:sp>
    <dsp:sp modelId="{9CBF24EE-7AD2-4EA2-ADDA-E7B87ECCDA50}">
      <dsp:nvSpPr>
        <dsp:cNvPr id="0" name=""/>
        <dsp:cNvSpPr/>
      </dsp:nvSpPr>
      <dsp:spPr>
        <a:xfrm>
          <a:off x="0" y="3474594"/>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Conclusion and Recommendations</a:t>
          </a:r>
        </a:p>
      </dsp:txBody>
      <dsp:txXfrm>
        <a:off x="29985" y="3504579"/>
        <a:ext cx="5197830" cy="554280"/>
      </dsp:txXfrm>
    </dsp:sp>
    <dsp:sp modelId="{5830C76F-9A36-48AB-AA97-F48494036031}">
      <dsp:nvSpPr>
        <dsp:cNvPr id="0" name=""/>
        <dsp:cNvSpPr/>
      </dsp:nvSpPr>
      <dsp:spPr>
        <a:xfrm>
          <a:off x="0" y="4160844"/>
          <a:ext cx="5257800" cy="6142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QA</a:t>
          </a:r>
        </a:p>
      </dsp:txBody>
      <dsp:txXfrm>
        <a:off x="29985" y="4190829"/>
        <a:ext cx="5197830" cy="554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F036B-4F8F-4FDA-BC08-1F9C7740370A}">
      <dsp:nvSpPr>
        <dsp:cNvPr id="0" name=""/>
        <dsp:cNvSpPr/>
      </dsp:nvSpPr>
      <dsp:spPr>
        <a:xfrm>
          <a:off x="0" y="284066"/>
          <a:ext cx="10515600" cy="352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CC11BA-CE70-4253-9118-3798ED765BD7}">
      <dsp:nvSpPr>
        <dsp:cNvPr id="0" name=""/>
        <dsp:cNvSpPr/>
      </dsp:nvSpPr>
      <dsp:spPr>
        <a:xfrm>
          <a:off x="525780" y="77426"/>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About me</a:t>
          </a:r>
        </a:p>
      </dsp:txBody>
      <dsp:txXfrm>
        <a:off x="545955" y="97601"/>
        <a:ext cx="7320570" cy="372930"/>
      </dsp:txXfrm>
    </dsp:sp>
    <dsp:sp modelId="{A120848F-EEBE-45D6-9D83-9D16585FC73C}">
      <dsp:nvSpPr>
        <dsp:cNvPr id="0" name=""/>
        <dsp:cNvSpPr/>
      </dsp:nvSpPr>
      <dsp:spPr>
        <a:xfrm>
          <a:off x="0" y="919107"/>
          <a:ext cx="10515600" cy="352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D12A76-3396-47F0-AE86-8FA2E09DBD38}">
      <dsp:nvSpPr>
        <dsp:cNvPr id="0" name=""/>
        <dsp:cNvSpPr/>
      </dsp:nvSpPr>
      <dsp:spPr>
        <a:xfrm>
          <a:off x="525780" y="712466"/>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Najat El Ouafi </a:t>
          </a:r>
        </a:p>
      </dsp:txBody>
      <dsp:txXfrm>
        <a:off x="545955" y="732641"/>
        <a:ext cx="7320570" cy="372930"/>
      </dsp:txXfrm>
    </dsp:sp>
    <dsp:sp modelId="{F73F00B9-7F5C-4EDF-A508-C167D676CDC3}">
      <dsp:nvSpPr>
        <dsp:cNvPr id="0" name=""/>
        <dsp:cNvSpPr/>
      </dsp:nvSpPr>
      <dsp:spPr>
        <a:xfrm>
          <a:off x="0" y="1554147"/>
          <a:ext cx="10515600" cy="352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60FEB9-AA89-40C6-8380-162497C6FB35}">
      <dsp:nvSpPr>
        <dsp:cNvPr id="0" name=""/>
        <dsp:cNvSpPr/>
      </dsp:nvSpPr>
      <dsp:spPr>
        <a:xfrm>
          <a:off x="525780" y="1347507"/>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Currently a stay-at-home mom </a:t>
          </a:r>
        </a:p>
      </dsp:txBody>
      <dsp:txXfrm>
        <a:off x="545955" y="1367682"/>
        <a:ext cx="7320570" cy="372930"/>
      </dsp:txXfrm>
    </dsp:sp>
    <dsp:sp modelId="{F5A3719F-7ACF-405B-8864-4F1D269D9E18}">
      <dsp:nvSpPr>
        <dsp:cNvPr id="0" name=""/>
        <dsp:cNvSpPr/>
      </dsp:nvSpPr>
      <dsp:spPr>
        <a:xfrm>
          <a:off x="0" y="2189187"/>
          <a:ext cx="10515600" cy="352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86536A-E31B-4009-98CF-3C30821D2E5E}">
      <dsp:nvSpPr>
        <dsp:cNvPr id="0" name=""/>
        <dsp:cNvSpPr/>
      </dsp:nvSpPr>
      <dsp:spPr>
        <a:xfrm>
          <a:off x="525780" y="1982547"/>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Bachelor Degree in Biology and Master Degree in Ecology </a:t>
          </a:r>
        </a:p>
      </dsp:txBody>
      <dsp:txXfrm>
        <a:off x="545955" y="2002722"/>
        <a:ext cx="7320570" cy="372930"/>
      </dsp:txXfrm>
    </dsp:sp>
    <dsp:sp modelId="{2357B234-E1C4-4810-9806-EED19B7C2C9C}">
      <dsp:nvSpPr>
        <dsp:cNvPr id="0" name=""/>
        <dsp:cNvSpPr/>
      </dsp:nvSpPr>
      <dsp:spPr>
        <a:xfrm>
          <a:off x="0" y="2824227"/>
          <a:ext cx="10515600" cy="81585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Medical Devices </a:t>
          </a:r>
        </a:p>
        <a:p>
          <a:pPr marL="114300" lvl="1" indent="-114300" algn="l" defTabSz="622300">
            <a:lnSpc>
              <a:spcPct val="90000"/>
            </a:lnSpc>
            <a:spcBef>
              <a:spcPct val="0"/>
            </a:spcBef>
            <a:spcAft>
              <a:spcPct val="15000"/>
            </a:spcAft>
            <a:buChar char="•"/>
          </a:pPr>
          <a:r>
            <a:rPr lang="en-US" sz="1400" kern="1200"/>
            <a:t>Cosmetics Products</a:t>
          </a:r>
        </a:p>
      </dsp:txBody>
      <dsp:txXfrm>
        <a:off x="0" y="2824227"/>
        <a:ext cx="10515600" cy="815850"/>
      </dsp:txXfrm>
    </dsp:sp>
    <dsp:sp modelId="{BAC2048E-D1C0-4A76-81F9-A52CAC0238B4}">
      <dsp:nvSpPr>
        <dsp:cNvPr id="0" name=""/>
        <dsp:cNvSpPr/>
      </dsp:nvSpPr>
      <dsp:spPr>
        <a:xfrm>
          <a:off x="525780" y="2617586"/>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Work experience : Sales Trainer </a:t>
          </a:r>
        </a:p>
      </dsp:txBody>
      <dsp:txXfrm>
        <a:off x="545955" y="2637761"/>
        <a:ext cx="7320570" cy="372930"/>
      </dsp:txXfrm>
    </dsp:sp>
    <dsp:sp modelId="{BADEE736-CD13-4204-AAE1-BDE7C01177B4}">
      <dsp:nvSpPr>
        <dsp:cNvPr id="0" name=""/>
        <dsp:cNvSpPr/>
      </dsp:nvSpPr>
      <dsp:spPr>
        <a:xfrm>
          <a:off x="0" y="3922317"/>
          <a:ext cx="10515600" cy="352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BDD3E0-567D-4177-8017-75178042CE94}">
      <dsp:nvSpPr>
        <dsp:cNvPr id="0" name=""/>
        <dsp:cNvSpPr/>
      </dsp:nvSpPr>
      <dsp:spPr>
        <a:xfrm>
          <a:off x="525780" y="3715676"/>
          <a:ext cx="736092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a:t>Currently living in Virginia </a:t>
          </a:r>
        </a:p>
      </dsp:txBody>
      <dsp:txXfrm>
        <a:off x="545955" y="3735851"/>
        <a:ext cx="7320570" cy="372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5FD0A-C887-425B-A9F3-DD56C51267E1}">
      <dsp:nvSpPr>
        <dsp:cNvPr id="0" name=""/>
        <dsp:cNvSpPr/>
      </dsp:nvSpPr>
      <dsp:spPr>
        <a:xfrm>
          <a:off x="847" y="0"/>
          <a:ext cx="3431983" cy="35260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004" tIns="0" rIns="339004" bIns="330200" numCol="1" spcCol="1270" anchor="t" anchorCtr="0">
          <a:noAutofit/>
        </a:bodyPr>
        <a:lstStyle/>
        <a:p>
          <a:pPr marL="0" lvl="0" indent="0" algn="l" defTabSz="1022350">
            <a:lnSpc>
              <a:spcPct val="90000"/>
            </a:lnSpc>
            <a:spcBef>
              <a:spcPct val="0"/>
            </a:spcBef>
            <a:spcAft>
              <a:spcPct val="35000"/>
            </a:spcAft>
            <a:buNone/>
          </a:pPr>
          <a:endParaRPr lang="en-US" sz="2300" kern="1200"/>
        </a:p>
        <a:p>
          <a:pPr marL="171450" lvl="1" indent="-171450" algn="l" defTabSz="800100">
            <a:lnSpc>
              <a:spcPct val="90000"/>
            </a:lnSpc>
            <a:spcBef>
              <a:spcPct val="0"/>
            </a:spcBef>
            <a:spcAft>
              <a:spcPct val="15000"/>
            </a:spcAft>
            <a:buChar char="•"/>
          </a:pPr>
          <a:r>
            <a:rPr lang="en-US" sz="1800" kern="1200"/>
            <a:t>Identify Data Issues: Resolve structural inconsistencies during the exploratory phase.</a:t>
          </a:r>
        </a:p>
      </dsp:txBody>
      <dsp:txXfrm>
        <a:off x="847" y="1410422"/>
        <a:ext cx="3431983" cy="2115633"/>
      </dsp:txXfrm>
    </dsp:sp>
    <dsp:sp modelId="{FB45573C-9F8E-4714-A515-C26AE333A941}">
      <dsp:nvSpPr>
        <dsp:cNvPr id="0" name=""/>
        <dsp:cNvSpPr/>
      </dsp:nvSpPr>
      <dsp:spPr>
        <a:xfrm>
          <a:off x="847" y="0"/>
          <a:ext cx="3431983" cy="141042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9004" tIns="165100" rIns="33900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47" y="0"/>
        <a:ext cx="3431983" cy="1410422"/>
      </dsp:txXfrm>
    </dsp:sp>
    <dsp:sp modelId="{BA4DED4F-979D-44D0-80F0-2A62FD20A8CB}">
      <dsp:nvSpPr>
        <dsp:cNvPr id="0" name=""/>
        <dsp:cNvSpPr/>
      </dsp:nvSpPr>
      <dsp:spPr>
        <a:xfrm>
          <a:off x="3707389" y="0"/>
          <a:ext cx="3431983" cy="35260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004" tIns="0" rIns="339004" bIns="330200" numCol="1" spcCol="1270" anchor="t" anchorCtr="0">
          <a:noAutofit/>
        </a:bodyPr>
        <a:lstStyle/>
        <a:p>
          <a:pPr marL="0" lvl="0" indent="0" algn="l" defTabSz="1022350">
            <a:lnSpc>
              <a:spcPct val="90000"/>
            </a:lnSpc>
            <a:spcBef>
              <a:spcPct val="0"/>
            </a:spcBef>
            <a:spcAft>
              <a:spcPct val="35000"/>
            </a:spcAft>
            <a:buNone/>
          </a:pPr>
          <a:endParaRPr lang="en-US" sz="2300" kern="1200"/>
        </a:p>
        <a:p>
          <a:pPr marL="171450" lvl="1" indent="-171450" algn="l" defTabSz="800100">
            <a:lnSpc>
              <a:spcPct val="90000"/>
            </a:lnSpc>
            <a:spcBef>
              <a:spcPct val="0"/>
            </a:spcBef>
            <a:spcAft>
              <a:spcPct val="15000"/>
            </a:spcAft>
            <a:buChar char="•"/>
          </a:pPr>
          <a:r>
            <a:rPr lang="en-US" sz="1800" kern="1200"/>
            <a:t>Isolate High-Risk Groups: Highlight patient cohorts with elevated readmission rates.</a:t>
          </a:r>
        </a:p>
      </dsp:txBody>
      <dsp:txXfrm>
        <a:off x="3707389" y="1410422"/>
        <a:ext cx="3431983" cy="2115633"/>
      </dsp:txXfrm>
    </dsp:sp>
    <dsp:sp modelId="{3C541E5A-3752-4C26-9085-BF7AE2A06210}">
      <dsp:nvSpPr>
        <dsp:cNvPr id="0" name=""/>
        <dsp:cNvSpPr/>
      </dsp:nvSpPr>
      <dsp:spPr>
        <a:xfrm>
          <a:off x="3707389" y="0"/>
          <a:ext cx="3431983" cy="141042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9004" tIns="165100" rIns="33900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07389" y="0"/>
        <a:ext cx="3431983" cy="1410422"/>
      </dsp:txXfrm>
    </dsp:sp>
    <dsp:sp modelId="{4DDC30DA-4962-49E9-ADA6-F8D08A9F468D}">
      <dsp:nvSpPr>
        <dsp:cNvPr id="0" name=""/>
        <dsp:cNvSpPr/>
      </dsp:nvSpPr>
      <dsp:spPr>
        <a:xfrm>
          <a:off x="7413931" y="0"/>
          <a:ext cx="3431983" cy="352605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9004" tIns="0" rIns="339004" bIns="330200" numCol="1" spcCol="1270" anchor="t" anchorCtr="0">
          <a:noAutofit/>
        </a:bodyPr>
        <a:lstStyle/>
        <a:p>
          <a:pPr marL="0" lvl="0" indent="0" algn="l" defTabSz="1022350">
            <a:lnSpc>
              <a:spcPct val="90000"/>
            </a:lnSpc>
            <a:spcBef>
              <a:spcPct val="0"/>
            </a:spcBef>
            <a:spcAft>
              <a:spcPct val="35000"/>
            </a:spcAft>
            <a:buNone/>
          </a:pPr>
          <a:endParaRPr lang="en-US" sz="2300" kern="1200"/>
        </a:p>
        <a:p>
          <a:pPr marL="171450" lvl="1" indent="-171450" algn="l" defTabSz="800100">
            <a:lnSpc>
              <a:spcPct val="90000"/>
            </a:lnSpc>
            <a:spcBef>
              <a:spcPct val="0"/>
            </a:spcBef>
            <a:spcAft>
              <a:spcPct val="15000"/>
            </a:spcAft>
            <a:buChar char="•"/>
          </a:pPr>
          <a:r>
            <a:rPr lang="en-US" sz="1800" kern="1200"/>
            <a:t>Establish Baseline Metrics: Build the data foundation necessary to predict and reduce future readmissions.</a:t>
          </a:r>
        </a:p>
      </dsp:txBody>
      <dsp:txXfrm>
        <a:off x="7413931" y="1410422"/>
        <a:ext cx="3431983" cy="2115633"/>
      </dsp:txXfrm>
    </dsp:sp>
    <dsp:sp modelId="{748060A4-AE41-4295-8930-2F402795E799}">
      <dsp:nvSpPr>
        <dsp:cNvPr id="0" name=""/>
        <dsp:cNvSpPr/>
      </dsp:nvSpPr>
      <dsp:spPr>
        <a:xfrm>
          <a:off x="7413931" y="0"/>
          <a:ext cx="3431983" cy="141042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39004" tIns="165100" rIns="33900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13931" y="0"/>
        <a:ext cx="3431983" cy="14104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E2A0BB-AB6B-46B7-A0A3-307B52C05561}">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69A6B-4577-4F2C-AC6D-04FEFAD2AFEA}">
      <dsp:nvSpPr>
        <dsp:cNvPr id="0" name=""/>
        <dsp:cNvSpPr/>
      </dsp:nvSpPr>
      <dsp:spPr>
        <a:xfrm>
          <a:off x="482961" y="359909"/>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0E73A5-B95B-467F-977B-7DCB866DBABD}">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Total Study Population: </a:t>
          </a:r>
          <a:r>
            <a:rPr lang="en-US" sz="2500" b="1" kern="1200"/>
            <a:t>71,518 </a:t>
          </a:r>
          <a:r>
            <a:rPr lang="en-US" sz="2500" kern="1200"/>
            <a:t>patient records</a:t>
          </a:r>
        </a:p>
      </dsp:txBody>
      <dsp:txXfrm>
        <a:off x="1844034" y="682"/>
        <a:ext cx="4401230" cy="1596566"/>
      </dsp:txXfrm>
    </dsp:sp>
    <dsp:sp modelId="{7F7525D6-5C4D-458E-BD9A-636328183987}">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BC289B-5EF0-4F5D-803A-3008D46836C1}">
      <dsp:nvSpPr>
        <dsp:cNvPr id="0" name=""/>
        <dsp:cNvSpPr/>
      </dsp:nvSpPr>
      <dsp:spPr>
        <a:xfrm>
          <a:off x="482961" y="2355617"/>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F47E8-C23A-48C3-A3B0-AC20C954B4F6}">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101,766 unique patient encounter records (Rows).</a:t>
          </a:r>
        </a:p>
      </dsp:txBody>
      <dsp:txXfrm>
        <a:off x="1844034" y="1996390"/>
        <a:ext cx="4401230" cy="1596566"/>
      </dsp:txXfrm>
    </dsp:sp>
    <dsp:sp modelId="{7E55F994-8FA2-4452-97C8-C9E35FF0F36C}">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6BDEC4-78AD-42E4-866B-3B2324BFA071}">
      <dsp:nvSpPr>
        <dsp:cNvPr id="0" name=""/>
        <dsp:cNvSpPr/>
      </dsp:nvSpPr>
      <dsp:spPr>
        <a:xfrm>
          <a:off x="482961" y="4351325"/>
          <a:ext cx="878111" cy="8781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29550-9E70-48FA-8421-B9534977D7C6}">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50 distinct clinical and administrative tracking variables (Columns).</a:t>
          </a:r>
        </a:p>
      </dsp:txBody>
      <dsp:txXfrm>
        <a:off x="1844034" y="3992098"/>
        <a:ext cx="4401230" cy="15965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6A14A5-5937-4E9C-9EC1-CDF6FCD97BCD}">
      <dsp:nvSpPr>
        <dsp:cNvPr id="0" name=""/>
        <dsp:cNvSpPr/>
      </dsp:nvSpPr>
      <dsp:spPr>
        <a:xfrm>
          <a:off x="0" y="2284"/>
          <a:ext cx="6263640" cy="115791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7CD875-AD3B-4CA7-A4F8-B7AAB576DF21}">
      <dsp:nvSpPr>
        <dsp:cNvPr id="0" name=""/>
        <dsp:cNvSpPr/>
      </dsp:nvSpPr>
      <dsp:spPr>
        <a:xfrm>
          <a:off x="350270" y="262816"/>
          <a:ext cx="636855" cy="6368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D0D6A3-1F2D-4FAA-AAE0-FB2F71A4A6D6}">
      <dsp:nvSpPr>
        <dsp:cNvPr id="0" name=""/>
        <dsp:cNvSpPr/>
      </dsp:nvSpPr>
      <dsp:spPr>
        <a:xfrm>
          <a:off x="1337397" y="2284"/>
          <a:ext cx="4926242" cy="1157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47" tIns="122547" rIns="122547" bIns="122547" numCol="1" spcCol="1270" anchor="ctr" anchorCtr="0">
          <a:noAutofit/>
        </a:bodyPr>
        <a:lstStyle/>
        <a:p>
          <a:pPr marL="0" lvl="0" indent="0" algn="l" defTabSz="933450">
            <a:lnSpc>
              <a:spcPct val="90000"/>
            </a:lnSpc>
            <a:spcBef>
              <a:spcPct val="0"/>
            </a:spcBef>
            <a:spcAft>
              <a:spcPct val="35000"/>
            </a:spcAft>
            <a:buNone/>
          </a:pPr>
          <a:r>
            <a:rPr lang="en-US" sz="2100" kern="1200"/>
            <a:t>Microsoft Excel: Initial screening and manual spelling validation of specialty lists and Data Mapping</a:t>
          </a:r>
        </a:p>
      </dsp:txBody>
      <dsp:txXfrm>
        <a:off x="1337397" y="2284"/>
        <a:ext cx="4926242" cy="1157919"/>
      </dsp:txXfrm>
    </dsp:sp>
    <dsp:sp modelId="{14FEB6A6-B55A-4A20-B770-87BE454526A4}">
      <dsp:nvSpPr>
        <dsp:cNvPr id="0" name=""/>
        <dsp:cNvSpPr/>
      </dsp:nvSpPr>
      <dsp:spPr>
        <a:xfrm>
          <a:off x="0" y="1449684"/>
          <a:ext cx="6263640" cy="115791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2D26D9-27C3-407F-BC17-9E023DB040C3}">
      <dsp:nvSpPr>
        <dsp:cNvPr id="0" name=""/>
        <dsp:cNvSpPr/>
      </dsp:nvSpPr>
      <dsp:spPr>
        <a:xfrm>
          <a:off x="350270" y="1710216"/>
          <a:ext cx="636855" cy="6368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66B11B-7C24-4F33-ADC1-F63C76308E9F}">
      <dsp:nvSpPr>
        <dsp:cNvPr id="0" name=""/>
        <dsp:cNvSpPr/>
      </dsp:nvSpPr>
      <dsp:spPr>
        <a:xfrm>
          <a:off x="1337397" y="1449684"/>
          <a:ext cx="4926242" cy="1157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47" tIns="122547" rIns="122547" bIns="122547" numCol="1" spcCol="1270" anchor="ctr" anchorCtr="0">
          <a:noAutofit/>
        </a:bodyPr>
        <a:lstStyle/>
        <a:p>
          <a:pPr marL="0" lvl="0" indent="0" algn="l" defTabSz="933450">
            <a:lnSpc>
              <a:spcPct val="90000"/>
            </a:lnSpc>
            <a:spcBef>
              <a:spcPct val="0"/>
            </a:spcBef>
            <a:spcAft>
              <a:spcPct val="35000"/>
            </a:spcAft>
            <a:buNone/>
          </a:pPr>
          <a:r>
            <a:rPr lang="en-US" sz="2100" kern="1200"/>
            <a:t>Python: (Pandas and NumPy) Standardizing corrupted age strings and handling missing data values.</a:t>
          </a:r>
        </a:p>
      </dsp:txBody>
      <dsp:txXfrm>
        <a:off x="1337397" y="1449684"/>
        <a:ext cx="4926242" cy="1157919"/>
      </dsp:txXfrm>
    </dsp:sp>
    <dsp:sp modelId="{FA19E459-7CA3-4DE8-916A-58E5DA640BDD}">
      <dsp:nvSpPr>
        <dsp:cNvPr id="0" name=""/>
        <dsp:cNvSpPr/>
      </dsp:nvSpPr>
      <dsp:spPr>
        <a:xfrm>
          <a:off x="0" y="2897083"/>
          <a:ext cx="6263640" cy="115791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2C060A-6649-4B5B-ACDC-1E6927ECC6FE}">
      <dsp:nvSpPr>
        <dsp:cNvPr id="0" name=""/>
        <dsp:cNvSpPr/>
      </dsp:nvSpPr>
      <dsp:spPr>
        <a:xfrm>
          <a:off x="350270" y="3157615"/>
          <a:ext cx="636855" cy="6368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0AC9E5-215D-4BDA-AD8E-763EECCB610B}">
      <dsp:nvSpPr>
        <dsp:cNvPr id="0" name=""/>
        <dsp:cNvSpPr/>
      </dsp:nvSpPr>
      <dsp:spPr>
        <a:xfrm>
          <a:off x="1337397" y="2897083"/>
          <a:ext cx="4926242" cy="1157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47" tIns="122547" rIns="122547" bIns="122547" numCol="1" spcCol="1270" anchor="ctr" anchorCtr="0">
          <a:noAutofit/>
        </a:bodyPr>
        <a:lstStyle/>
        <a:p>
          <a:pPr marL="0" lvl="0" indent="0" algn="l" defTabSz="933450">
            <a:lnSpc>
              <a:spcPct val="90000"/>
            </a:lnSpc>
            <a:spcBef>
              <a:spcPct val="0"/>
            </a:spcBef>
            <a:spcAft>
              <a:spcPct val="35000"/>
            </a:spcAft>
            <a:buNone/>
          </a:pPr>
          <a:r>
            <a:rPr lang="en-US" sz="2100" kern="1200"/>
            <a:t>SQL : Back-end data aggregation, filtering  and categorical grouping.	 </a:t>
          </a:r>
        </a:p>
      </dsp:txBody>
      <dsp:txXfrm>
        <a:off x="1337397" y="2897083"/>
        <a:ext cx="4926242" cy="1157919"/>
      </dsp:txXfrm>
    </dsp:sp>
    <dsp:sp modelId="{FC0B3A88-658A-43A3-B1AF-5E82B7BC2678}">
      <dsp:nvSpPr>
        <dsp:cNvPr id="0" name=""/>
        <dsp:cNvSpPr/>
      </dsp:nvSpPr>
      <dsp:spPr>
        <a:xfrm>
          <a:off x="0" y="4344483"/>
          <a:ext cx="6263640" cy="115791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719D2F-11CD-4143-8193-C59CAD122D00}">
      <dsp:nvSpPr>
        <dsp:cNvPr id="0" name=""/>
        <dsp:cNvSpPr/>
      </dsp:nvSpPr>
      <dsp:spPr>
        <a:xfrm>
          <a:off x="350270" y="4605015"/>
          <a:ext cx="636855" cy="6368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D493EF-0432-42A2-8431-50ED7282EEA7}">
      <dsp:nvSpPr>
        <dsp:cNvPr id="0" name=""/>
        <dsp:cNvSpPr/>
      </dsp:nvSpPr>
      <dsp:spPr>
        <a:xfrm>
          <a:off x="1337397" y="4344483"/>
          <a:ext cx="4926242" cy="1157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547" tIns="122547" rIns="122547" bIns="122547" numCol="1" spcCol="1270" anchor="ctr" anchorCtr="0">
          <a:noAutofit/>
        </a:bodyPr>
        <a:lstStyle/>
        <a:p>
          <a:pPr marL="0" lvl="0" indent="0" algn="l" defTabSz="933450">
            <a:lnSpc>
              <a:spcPct val="90000"/>
            </a:lnSpc>
            <a:spcBef>
              <a:spcPct val="0"/>
            </a:spcBef>
            <a:spcAft>
              <a:spcPct val="35000"/>
            </a:spcAft>
            <a:buNone/>
          </a:pPr>
          <a:r>
            <a:rPr lang="en-US" sz="2100" kern="1200"/>
            <a:t>Tableau: Building interactive Business Intelligence dashboards</a:t>
          </a:r>
        </a:p>
      </dsp:txBody>
      <dsp:txXfrm>
        <a:off x="1337397" y="4344483"/>
        <a:ext cx="4926242" cy="11579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CF4ED-F896-4515-81A3-333A9BE6B776}">
      <dsp:nvSpPr>
        <dsp:cNvPr id="0" name=""/>
        <dsp:cNvSpPr/>
      </dsp:nvSpPr>
      <dsp:spPr>
        <a:xfrm>
          <a:off x="0" y="16641"/>
          <a:ext cx="5921830" cy="861120"/>
        </a:xfrm>
        <a:prstGeom prst="roundRect">
          <a:avLst/>
        </a:prstGeom>
        <a:solidFill>
          <a:srgbClr val="2975C1"/>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This pattern shows that our highest volume of readmissions comes from short-stay patients. </a:t>
          </a:r>
        </a:p>
      </dsp:txBody>
      <dsp:txXfrm>
        <a:off x="42036" y="58677"/>
        <a:ext cx="5837758" cy="777048"/>
      </dsp:txXfrm>
    </dsp:sp>
    <dsp:sp modelId="{1B7B9C62-A12B-4B9F-AC2C-28CF60A701E0}">
      <dsp:nvSpPr>
        <dsp:cNvPr id="0" name=""/>
        <dsp:cNvSpPr/>
      </dsp:nvSpPr>
      <dsp:spPr>
        <a:xfrm>
          <a:off x="0" y="1010242"/>
          <a:ext cx="5921830" cy="861120"/>
        </a:xfrm>
        <a:prstGeom prst="roundRect">
          <a:avLst/>
        </a:prstGeom>
        <a:solidFill>
          <a:schemeClr val="accent5"/>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This is likely because the largest overall group of hospital admissions consists of quick, 2-to-3 day stays</a:t>
          </a:r>
        </a:p>
      </dsp:txBody>
      <dsp:txXfrm>
        <a:off x="42036" y="1052278"/>
        <a:ext cx="5837758" cy="7770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EC4834-8D91-4825-BBCE-05BA127F19EC}">
      <dsp:nvSpPr>
        <dsp:cNvPr id="0" name=""/>
        <dsp:cNvSpPr/>
      </dsp:nvSpPr>
      <dsp:spPr>
        <a:xfrm>
          <a:off x="0" y="144204"/>
          <a:ext cx="10515600" cy="808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Extreme Data Imbalance:</a:t>
          </a:r>
          <a:r>
            <a:rPr lang="en-US" sz="1300" kern="1200" dirty="0"/>
            <a:t> Caucasian patient encounters (76,099) represent the overwhelming majority of the dataset, outnumbering the next largest group (African American patients) by nearly four to one</a:t>
          </a:r>
        </a:p>
      </dsp:txBody>
      <dsp:txXfrm>
        <a:off x="39445" y="183649"/>
        <a:ext cx="10436710" cy="729141"/>
      </dsp:txXfrm>
    </dsp:sp>
    <dsp:sp modelId="{FF69D3CC-1C0C-4BE5-A5A5-0B74CDFA518E}">
      <dsp:nvSpPr>
        <dsp:cNvPr id="0" name=""/>
        <dsp:cNvSpPr/>
      </dsp:nvSpPr>
      <dsp:spPr>
        <a:xfrm>
          <a:off x="0" y="1079666"/>
          <a:ext cx="10515600" cy="808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a:t>The Emergency Room Bottleneck:</a:t>
          </a:r>
          <a:r>
            <a:rPr lang="en-US" sz="1300" kern="1200"/>
            <a:t> More than half of all patients enter through the emergency pipeline. This lack of pre-scheduled coordination puts immense pressure on hospital resources and limits up-front administrative checks.</a:t>
          </a:r>
        </a:p>
      </dsp:txBody>
      <dsp:txXfrm>
        <a:off x="39445" y="1119111"/>
        <a:ext cx="10436710" cy="729141"/>
      </dsp:txXfrm>
    </dsp:sp>
    <dsp:sp modelId="{8D01E009-38B2-4860-9FA4-1FCF7B5CC5F1}">
      <dsp:nvSpPr>
        <dsp:cNvPr id="0" name=""/>
        <dsp:cNvSpPr/>
      </dsp:nvSpPr>
      <dsp:spPr>
        <a:xfrm>
          <a:off x="0" y="2024728"/>
          <a:ext cx="10515600" cy="808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The Medication Safety Gap:</a:t>
          </a:r>
          <a:r>
            <a:rPr lang="en-US" sz="1300" kern="1200" dirty="0"/>
            <a:t> Nearly half of all patients experience sudden medication changes right before discharge, creating a clear operational gap where errors can happen once the patient leaves the facility</a:t>
          </a:r>
        </a:p>
        <a:p>
          <a:pPr marL="0" lvl="0" indent="0" algn="l" defTabSz="577850">
            <a:lnSpc>
              <a:spcPct val="90000"/>
            </a:lnSpc>
            <a:spcBef>
              <a:spcPct val="0"/>
            </a:spcBef>
            <a:spcAft>
              <a:spcPct val="35000"/>
            </a:spcAft>
            <a:buNone/>
          </a:pPr>
          <a:r>
            <a:rPr lang="en-US" sz="1300" kern="1200" dirty="0"/>
            <a:t>When a patient is sent home with a massive list of drugs that were </a:t>
          </a:r>
          <a:r>
            <a:rPr lang="en-US" sz="1300" i="1" kern="1200" dirty="0"/>
            <a:t>just modified</a:t>
          </a:r>
          <a:r>
            <a:rPr lang="en-US" sz="1300" kern="1200" dirty="0"/>
            <a:t>, their risk of confusion or non-adherence spikes dramatically.</a:t>
          </a:r>
        </a:p>
      </dsp:txBody>
      <dsp:txXfrm>
        <a:off x="39445" y="2064173"/>
        <a:ext cx="10436710" cy="729141"/>
      </dsp:txXfrm>
    </dsp:sp>
    <dsp:sp modelId="{F6DCBB06-AAAE-4867-85B5-EA6BBA757668}">
      <dsp:nvSpPr>
        <dsp:cNvPr id="0" name=""/>
        <dsp:cNvSpPr/>
      </dsp:nvSpPr>
      <dsp:spPr>
        <a:xfrm>
          <a:off x="0" y="4002386"/>
          <a:ext cx="10515600" cy="808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Readmission Volume Trend:</a:t>
          </a:r>
          <a:r>
            <a:rPr lang="en-US" sz="1300" kern="1200" dirty="0"/>
            <a:t> The absolute volume of 30-day readmissions peaks sharply for patients with a short </a:t>
          </a:r>
          <a:r>
            <a:rPr lang="en-US" sz="1300" b="1" kern="1200" dirty="0"/>
            <a:t>2-to-3 day stay</a:t>
          </a:r>
          <a:r>
            <a:rPr lang="en-US" sz="1300" kern="1200" dirty="0"/>
            <a:t> (nearly 18,000 patients) and then drops rapidly and steadily as the duration of the stay increases, flattening out completely by day 10</a:t>
          </a:r>
        </a:p>
      </dsp:txBody>
      <dsp:txXfrm>
        <a:off x="39445" y="4041831"/>
        <a:ext cx="10436710" cy="729141"/>
      </dsp:txXfrm>
    </dsp:sp>
    <dsp:sp modelId="{42EB75AE-3E14-4DBF-940D-73F00D5CF105}">
      <dsp:nvSpPr>
        <dsp:cNvPr id="0" name=""/>
        <dsp:cNvSpPr/>
      </dsp:nvSpPr>
      <dsp:spPr>
        <a:xfrm>
          <a:off x="0" y="3002776"/>
          <a:ext cx="10515600" cy="808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a:t>The High-Risk Peak Window:</a:t>
          </a:r>
          <a:r>
            <a:rPr lang="en-US" sz="1300" kern="1200"/>
            <a:t> The absolute highest volume of 30-day readmissions occurs in the </a:t>
          </a:r>
          <a:r>
            <a:rPr lang="en-US" sz="1300" b="1" kern="1200"/>
            <a:t>[70-80) age bracket</a:t>
          </a:r>
          <a:r>
            <a:rPr lang="en-US" sz="1300" kern="1200"/>
            <a:t>, followed closely by the </a:t>
          </a:r>
          <a:r>
            <a:rPr lang="en-US" sz="1300" b="1" kern="1200"/>
            <a:t>[60-70)</a:t>
          </a:r>
          <a:r>
            <a:rPr lang="en-US" sz="1300" kern="1200"/>
            <a:t> and </a:t>
          </a:r>
          <a:r>
            <a:rPr lang="en-US" sz="1300" b="1" kern="1200"/>
            <a:t>[80-90)</a:t>
          </a:r>
          <a:r>
            <a:rPr lang="en-US" sz="1300" kern="1200"/>
            <a:t> brackets. This confirms that elderly patients represent the primary core of hospital return volume</a:t>
          </a:r>
          <a:endParaRPr lang="en-US" sz="1300" kern="1200" dirty="0"/>
        </a:p>
      </dsp:txBody>
      <dsp:txXfrm>
        <a:off x="39445" y="3042221"/>
        <a:ext cx="10436710" cy="72914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40DE0-0455-4E8F-BBB9-239012EC093D}">
      <dsp:nvSpPr>
        <dsp:cNvPr id="0" name=""/>
        <dsp:cNvSpPr/>
      </dsp:nvSpPr>
      <dsp:spPr>
        <a:xfrm>
          <a:off x="0" y="183666"/>
          <a:ext cx="10515600" cy="80612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Implement Demographic Stratification in Risk Screening</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US" sz="1300" kern="1200" dirty="0"/>
            <a:t>Clinical screening tools must adjust for baseline population imbalances so that risk factors unique to minority patient groups are not overshadowed by majority demographic trends. This ensures equitable care monitoring across all patient populations.</a:t>
          </a:r>
        </a:p>
      </dsp:txBody>
      <dsp:txXfrm>
        <a:off x="39352" y="223018"/>
        <a:ext cx="10436896" cy="727425"/>
      </dsp:txXfrm>
    </dsp:sp>
    <dsp:sp modelId="{4AC143E6-BCF2-4F79-8CAD-09E57CA5C56B}">
      <dsp:nvSpPr>
        <dsp:cNvPr id="0" name=""/>
        <dsp:cNvSpPr/>
      </dsp:nvSpPr>
      <dsp:spPr>
        <a:xfrm>
          <a:off x="0" y="1027236"/>
          <a:ext cx="10515600" cy="80612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1" kern="1200" dirty="0"/>
            <a:t>Automate Immediate ER Screenings:</a:t>
          </a:r>
          <a:r>
            <a:rPr lang="en-US" sz="1300" kern="1200" dirty="0"/>
            <a:t> Deploy digital administrative flags directly into the Emergency Department intake workflow to catch missing patient data and documentation gaps at the exact moment of entry</a:t>
          </a:r>
        </a:p>
      </dsp:txBody>
      <dsp:txXfrm>
        <a:off x="39352" y="1066588"/>
        <a:ext cx="10436896" cy="727425"/>
      </dsp:txXfrm>
    </dsp:sp>
    <dsp:sp modelId="{DBCC80F0-046F-476A-BC8F-C2BCFD6F9415}">
      <dsp:nvSpPr>
        <dsp:cNvPr id="0" name=""/>
        <dsp:cNvSpPr/>
      </dsp:nvSpPr>
      <dsp:spPr>
        <a:xfrm>
          <a:off x="0" y="1870806"/>
          <a:ext cx="10515600" cy="80612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Standardize Post-Discharge Follow-Ups for Last-Minute Medication Changes</a:t>
          </a:r>
          <a:endParaRPr lang="en-US" sz="1300" kern="1200" dirty="0"/>
        </a:p>
        <a:p>
          <a:pPr marL="0" lvl="0" indent="0" algn="l" defTabSz="577850">
            <a:lnSpc>
              <a:spcPct val="90000"/>
            </a:lnSpc>
            <a:spcBef>
              <a:spcPct val="0"/>
            </a:spcBef>
            <a:spcAft>
              <a:spcPct val="35000"/>
            </a:spcAft>
            <a:buNone/>
          </a:pPr>
          <a:r>
            <a:rPr lang="en-US" sz="1300" kern="1200" dirty="0"/>
            <a:t>Patients who experience sudden medication adjustments within 48 hours of discharge face a high risk of confusion and non-adherence. The hospital should mandate a final pharmacy reconciliation and schedule a mandatory clinical follow-up call within 48 hours of going home.</a:t>
          </a:r>
        </a:p>
      </dsp:txBody>
      <dsp:txXfrm>
        <a:off x="39352" y="1910158"/>
        <a:ext cx="10436896" cy="727425"/>
      </dsp:txXfrm>
    </dsp:sp>
    <dsp:sp modelId="{BE78272B-380E-46F4-BB76-3DC52EA38838}">
      <dsp:nvSpPr>
        <dsp:cNvPr id="0" name=""/>
        <dsp:cNvSpPr/>
      </dsp:nvSpPr>
      <dsp:spPr>
        <a:xfrm>
          <a:off x="0" y="2714376"/>
          <a:ext cx="10515600" cy="80612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Build Targeted Safety Nets for Seniors</a:t>
          </a:r>
        </a:p>
        <a:p>
          <a:pPr marL="0" lvl="0" indent="0" algn="l" defTabSz="577850">
            <a:lnSpc>
              <a:spcPct val="90000"/>
            </a:lnSpc>
            <a:spcBef>
              <a:spcPct val="0"/>
            </a:spcBef>
            <a:spcAft>
              <a:spcPct val="35000"/>
            </a:spcAft>
            <a:buNone/>
          </a:pPr>
          <a:r>
            <a:rPr lang="en-US" sz="1300" kern="1200" dirty="0"/>
            <a:t>Focus transitional care resources on the high-volume 60–80 age bracket, since they face the highest complexity and readmission rates.</a:t>
          </a:r>
        </a:p>
      </dsp:txBody>
      <dsp:txXfrm>
        <a:off x="39352" y="2753728"/>
        <a:ext cx="10436896" cy="727425"/>
      </dsp:txXfrm>
    </dsp:sp>
    <dsp:sp modelId="{F01886C5-6A16-4FE2-84DB-DCA54F85D0DE}">
      <dsp:nvSpPr>
        <dsp:cNvPr id="0" name=""/>
        <dsp:cNvSpPr/>
      </dsp:nvSpPr>
      <dsp:spPr>
        <a:xfrm>
          <a:off x="0" y="3557946"/>
          <a:ext cx="10515600" cy="806129"/>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Standardize Short-Stay Protocols:</a:t>
          </a:r>
          <a:r>
            <a:rPr lang="en-US" sz="1300" kern="1200" dirty="0"/>
            <a:t> Create specialized, efficient discharge checklists for patients on rapid 2-to-3 day inpatient stays, as this window generates the highest absolute volume of system-wide readmissions</a:t>
          </a:r>
        </a:p>
      </dsp:txBody>
      <dsp:txXfrm>
        <a:off x="39352" y="3597298"/>
        <a:ext cx="10436896" cy="72742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B10E6-26B0-4D5B-9341-3816EB6FC6F3}">
      <dsp:nvSpPr>
        <dsp:cNvPr id="0" name=""/>
        <dsp:cNvSpPr/>
      </dsp:nvSpPr>
      <dsp:spPr>
        <a:xfrm>
          <a:off x="1953914" y="5292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85948B-0B11-491E-8F6F-25AB5DB1967B}">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Contact : n.elouafi12@gmail.com</a:t>
          </a:r>
        </a:p>
      </dsp:txBody>
      <dsp:txXfrm>
        <a:off x="765914" y="2943510"/>
        <a:ext cx="4320000" cy="720000"/>
      </dsp:txXfrm>
    </dsp:sp>
    <dsp:sp modelId="{762D205A-2F68-43E9-9E3A-D165507BCB63}">
      <dsp:nvSpPr>
        <dsp:cNvPr id="0" name=""/>
        <dsp:cNvSpPr/>
      </dsp:nvSpPr>
      <dsp:spPr>
        <a:xfrm>
          <a:off x="7029914" y="529294"/>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EF5B35-2C18-40A0-B150-2FD6750EE2FE}">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kern="1200" dirty="0"/>
            <a:t>Any questions ? </a:t>
          </a:r>
        </a:p>
      </dsp:txBody>
      <dsp:txXfrm>
        <a:off x="5841914" y="294351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60F9-9214-4CAE-17D4-45576B9614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FA4D44-975D-51FB-6F89-0B24393064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BDAC68-793F-C124-B8A4-4249FE2B8C3E}"/>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A2533338-531A-0136-3204-4559669C9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A0D977-CEEF-4CC6-8F66-AE4EB1F28AE3}"/>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862333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CEA8-7A17-ADB4-25E3-8941078503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4AB5D-4F86-FF7B-002E-BF7D66483F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8BCF1D-3C22-F594-6731-AB73EA29EC89}"/>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D0B6DE00-A92C-CACC-459F-F7CB633A7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05C18-5807-8CDC-AF80-2E49C80FD4B5}"/>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39321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3A3C-9C13-7316-834B-7173C08D5C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416141-755C-27F2-030C-DBC3E75E3E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5D995A-3A13-97C5-3170-6D44A1097149}"/>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CA7CA3BB-D164-45EB-AE2B-8F6DCEF70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EB3B5-6F84-B724-3592-A011DE5C0284}"/>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970659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DFEFA-C69D-8041-63E6-B4FE76E259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A2348C-601A-C70B-BCCA-58C816E023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11D465-24E7-1428-6C01-A97505B514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3C3C4C-E529-0CF0-7B22-285805A30EF4}"/>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6" name="Footer Placeholder 5">
            <a:extLst>
              <a:ext uri="{FF2B5EF4-FFF2-40B4-BE49-F238E27FC236}">
                <a16:creationId xmlns:a16="http://schemas.microsoft.com/office/drawing/2014/main" id="{6D205321-0153-E085-0A22-152610526B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05399-3DA9-00E9-0EBB-0C69C33A4230}"/>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84978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E697-C2A1-B9CE-0E91-D47AAA6D80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A25B70-3ADF-72F5-DD64-6F77C5AE35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66B285-806B-703D-57B7-119F7047D0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59435-50DF-81B7-5D16-FF0CF49C4F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901B51-3CB0-0731-0115-B9BEC1E9F0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99282-02B4-9E63-D5D8-5895093C0463}"/>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8" name="Footer Placeholder 7">
            <a:extLst>
              <a:ext uri="{FF2B5EF4-FFF2-40B4-BE49-F238E27FC236}">
                <a16:creationId xmlns:a16="http://schemas.microsoft.com/office/drawing/2014/main" id="{EBD4C143-2123-2B55-7726-B3854DCE39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C5EF2F-E12E-4A51-DC37-AEDE2C916DAD}"/>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3842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83E3-003C-3BFD-DACF-B646AF78F3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6ECB8C-BE88-DFCA-3703-38BC679BE5E8}"/>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4" name="Footer Placeholder 3">
            <a:extLst>
              <a:ext uri="{FF2B5EF4-FFF2-40B4-BE49-F238E27FC236}">
                <a16:creationId xmlns:a16="http://schemas.microsoft.com/office/drawing/2014/main" id="{04DE215E-F2AF-AACD-8B1E-1173F002A6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E0A980-917F-D988-39F2-37E288A23458}"/>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792159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1B162B-A1B0-A2B1-5D07-081EBB04E0B8}"/>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3" name="Footer Placeholder 2">
            <a:extLst>
              <a:ext uri="{FF2B5EF4-FFF2-40B4-BE49-F238E27FC236}">
                <a16:creationId xmlns:a16="http://schemas.microsoft.com/office/drawing/2014/main" id="{D5569809-C6A3-63E7-0888-5B54E59169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17A181-E9FC-5801-0D9B-D3F0829A0F88}"/>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070660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3A9BE-4128-5818-45C7-9F18B0D9D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DA5A5E-E19A-4C92-D76F-CBB026EC4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5EA561-237E-45A3-DF01-7F03171C6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6A407-451C-1E7F-7269-082029879012}"/>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6" name="Footer Placeholder 5">
            <a:extLst>
              <a:ext uri="{FF2B5EF4-FFF2-40B4-BE49-F238E27FC236}">
                <a16:creationId xmlns:a16="http://schemas.microsoft.com/office/drawing/2014/main" id="{1D18123F-B395-4637-45D9-3F1A6D424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328B24-0078-35C6-10EF-3C9D07614A70}"/>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1905064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8875E-8992-DFFA-6B65-8166CF1358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9C7A0C-C2AF-C2FE-AECB-029661612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E80DB5-4CD5-B398-2BD6-EAE7C22148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E81E3D-445C-ACFC-CDF1-9C8C091D018C}"/>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6" name="Footer Placeholder 5">
            <a:extLst>
              <a:ext uri="{FF2B5EF4-FFF2-40B4-BE49-F238E27FC236}">
                <a16:creationId xmlns:a16="http://schemas.microsoft.com/office/drawing/2014/main" id="{74500482-1035-2C03-731F-D102EFBEE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4BD80-8AA6-9148-1AE1-489B2090E75C}"/>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3104784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B338-79FB-BA26-CB92-ED33794937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BC3FD7-C8C2-EED5-96B1-D978C6512E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D8783-EC2B-F63D-4905-480E6B10D327}"/>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68C0F312-9749-1465-594E-A7EB655F7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308E2-2EE9-6EAD-B616-0378FA338DE3}"/>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618612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04BA5-4857-07D0-F5F6-6A9E5E602E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D2DAC0-C471-EEE1-C7F6-495932B9FE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9D7E8-4201-C635-746B-157691354A30}"/>
              </a:ext>
            </a:extLst>
          </p:cNvPr>
          <p:cNvSpPr>
            <a:spLocks noGrp="1"/>
          </p:cNvSpPr>
          <p:nvPr>
            <p:ph type="dt" sz="half" idx="10"/>
          </p:nvPr>
        </p:nvSpPr>
        <p:spPr/>
        <p:txBody>
          <a:body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B69DEAEF-753D-6F01-F6CD-227F8F5220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0DF0A-190A-E8D8-475A-0F13C19D19B9}"/>
              </a:ext>
            </a:extLst>
          </p:cNvPr>
          <p:cNvSpPr>
            <a:spLocks noGrp="1"/>
          </p:cNvSpPr>
          <p:nvPr>
            <p:ph type="sldNum" sz="quarter" idx="12"/>
          </p:nvPr>
        </p:nvSpPr>
        <p:spPr/>
        <p:txBody>
          <a:bodyPr/>
          <a:lstStyle/>
          <a:p>
            <a:fld id="{B8DD043A-D32C-49BC-B7DC-25EECE2D361C}" type="slidenum">
              <a:rPr lang="en-US" smtClean="0"/>
              <a:t>‹#›</a:t>
            </a:fld>
            <a:endParaRPr lang="en-US"/>
          </a:p>
        </p:txBody>
      </p:sp>
    </p:spTree>
    <p:extLst>
      <p:ext uri="{BB962C8B-B14F-4D97-AF65-F5344CB8AC3E}">
        <p14:creationId xmlns:p14="http://schemas.microsoft.com/office/powerpoint/2010/main" val="2020381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EEFE48-5054-B78A-20A0-CAC0FCA8CE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5D420C-059D-9E43-3615-B20D3A048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31C9B-0CEB-AC53-4862-7CBD83D47A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609016-25AE-428E-A684-DB605C2B3E2C}" type="datetimeFigureOut">
              <a:rPr lang="en-US" smtClean="0"/>
              <a:t>5/29/2026</a:t>
            </a:fld>
            <a:endParaRPr lang="en-US"/>
          </a:p>
        </p:txBody>
      </p:sp>
      <p:sp>
        <p:nvSpPr>
          <p:cNvPr id="5" name="Footer Placeholder 4">
            <a:extLst>
              <a:ext uri="{FF2B5EF4-FFF2-40B4-BE49-F238E27FC236}">
                <a16:creationId xmlns:a16="http://schemas.microsoft.com/office/drawing/2014/main" id="{3323586A-5E4F-9152-6F9A-7E6EE51D90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69A577-E7F4-1D86-2222-70A32232C2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D043A-D32C-49BC-B7DC-25EECE2D361C}" type="slidenum">
              <a:rPr lang="en-US" smtClean="0"/>
              <a:t>‹#›</a:t>
            </a:fld>
            <a:endParaRPr lang="en-US"/>
          </a:p>
        </p:txBody>
      </p:sp>
    </p:spTree>
    <p:extLst>
      <p:ext uri="{BB962C8B-B14F-4D97-AF65-F5344CB8AC3E}">
        <p14:creationId xmlns:p14="http://schemas.microsoft.com/office/powerpoint/2010/main" val="2712062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C524AAC-3099-6F3A-B02A-6FBC05844F83}"/>
              </a:ext>
            </a:extLst>
          </p:cNvPr>
          <p:cNvPicPr>
            <a:picLocks noChangeAspect="1"/>
          </p:cNvPicPr>
          <p:nvPr/>
        </p:nvPicPr>
        <p:blipFill>
          <a:blip r:embed="rId2">
            <a:alphaModFix amt="50000"/>
          </a:blip>
          <a:srcRect t="10355" r="1" b="59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1BF54FD3-CA46-3359-B17F-7B6AA1AF7916}"/>
              </a:ext>
            </a:extLst>
          </p:cNvPr>
          <p:cNvSpPr>
            <a:spLocks noGrp="1"/>
          </p:cNvSpPr>
          <p:nvPr>
            <p:ph type="ctrTitle"/>
          </p:nvPr>
        </p:nvSpPr>
        <p:spPr>
          <a:xfrm>
            <a:off x="1524000" y="1122362"/>
            <a:ext cx="9144000" cy="2900518"/>
          </a:xfrm>
        </p:spPr>
        <p:txBody>
          <a:bodyPr>
            <a:normAutofit/>
          </a:bodyPr>
          <a:lstStyle/>
          <a:p>
            <a:r>
              <a:rPr lang="en-US">
                <a:solidFill>
                  <a:srgbClr val="FFFFFF"/>
                </a:solidFill>
              </a:rPr>
              <a:t>Patient Readmission Prediction</a:t>
            </a:r>
          </a:p>
        </p:txBody>
      </p:sp>
    </p:spTree>
    <p:extLst>
      <p:ext uri="{BB962C8B-B14F-4D97-AF65-F5344CB8AC3E}">
        <p14:creationId xmlns:p14="http://schemas.microsoft.com/office/powerpoint/2010/main" val="247518798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628E5CB-913B-4378-97CE-18C9F6410C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7D2EA-1E47-154B-17E0-64D23E2D23F3}"/>
              </a:ext>
            </a:extLst>
          </p:cNvPr>
          <p:cNvSpPr>
            <a:spLocks noGrp="1"/>
          </p:cNvSpPr>
          <p:nvPr>
            <p:ph type="title"/>
          </p:nvPr>
        </p:nvSpPr>
        <p:spPr>
          <a:xfrm>
            <a:off x="838200" y="557188"/>
            <a:ext cx="4862848" cy="5569291"/>
          </a:xfrm>
        </p:spPr>
        <p:txBody>
          <a:bodyPr>
            <a:normAutofit/>
          </a:bodyPr>
          <a:lstStyle/>
          <a:p>
            <a:r>
              <a:rPr lang="en-US" sz="5200" b="1"/>
              <a:t>Agenda </a:t>
            </a:r>
            <a:endParaRPr lang="en-US" sz="5200"/>
          </a:p>
        </p:txBody>
      </p:sp>
      <p:graphicFrame>
        <p:nvGraphicFramePr>
          <p:cNvPr id="5" name="Content Placeholder 2">
            <a:extLst>
              <a:ext uri="{FF2B5EF4-FFF2-40B4-BE49-F238E27FC236}">
                <a16:creationId xmlns:a16="http://schemas.microsoft.com/office/drawing/2014/main" id="{CD45D8E0-F1FA-2616-3D6E-732E73576000}"/>
              </a:ext>
            </a:extLst>
          </p:cNvPr>
          <p:cNvGraphicFramePr>
            <a:graphicFrameLocks noGrp="1"/>
          </p:cNvGraphicFramePr>
          <p:nvPr>
            <p:ph idx="1"/>
            <p:extLst>
              <p:ext uri="{D42A27DB-BD31-4B8C-83A1-F6EECF244321}">
                <p14:modId xmlns:p14="http://schemas.microsoft.com/office/powerpoint/2010/main" val="2563372289"/>
              </p:ext>
            </p:extLst>
          </p:nvPr>
        </p:nvGraphicFramePr>
        <p:xfrm>
          <a:off x="6099048" y="621792"/>
          <a:ext cx="525780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782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22DBA3-9BAD-0652-F3CF-033B70019F33}"/>
              </a:ext>
            </a:extLst>
          </p:cNvPr>
          <p:cNvSpPr>
            <a:spLocks noGrp="1"/>
          </p:cNvSpPr>
          <p:nvPr>
            <p:ph type="title"/>
          </p:nvPr>
        </p:nvSpPr>
        <p:spPr>
          <a:xfrm>
            <a:off x="838200" y="557188"/>
            <a:ext cx="10515600" cy="1133499"/>
          </a:xfrm>
        </p:spPr>
        <p:txBody>
          <a:bodyPr>
            <a:normAutofit/>
          </a:bodyPr>
          <a:lstStyle/>
          <a:p>
            <a:pPr algn="ctr"/>
            <a:r>
              <a:rPr lang="en-US" sz="5200" b="1"/>
              <a:t>Introduction </a:t>
            </a:r>
            <a:endParaRPr lang="en-US" sz="5200"/>
          </a:p>
        </p:txBody>
      </p:sp>
      <p:graphicFrame>
        <p:nvGraphicFramePr>
          <p:cNvPr id="16" name="Content Placeholder 2">
            <a:extLst>
              <a:ext uri="{FF2B5EF4-FFF2-40B4-BE49-F238E27FC236}">
                <a16:creationId xmlns:a16="http://schemas.microsoft.com/office/drawing/2014/main" id="{DD610C18-F11D-3A80-6969-A5BE292AF196}"/>
              </a:ext>
            </a:extLst>
          </p:cNvPr>
          <p:cNvGraphicFramePr>
            <a:graphicFrameLocks noGrp="1"/>
          </p:cNvGraphicFramePr>
          <p:nvPr>
            <p:ph idx="1"/>
            <p:extLst>
              <p:ext uri="{D42A27DB-BD31-4B8C-83A1-F6EECF244321}">
                <p14:modId xmlns:p14="http://schemas.microsoft.com/office/powerpoint/2010/main" val="3317740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771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13A7DAFA-DE8C-4D27-9E86-64AE6EABC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567473F5-B70D-4B5E-8CD5-56A579FDAE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0" name="Group 99">
            <a:extLst>
              <a:ext uri="{FF2B5EF4-FFF2-40B4-BE49-F238E27FC236}">
                <a16:creationId xmlns:a16="http://schemas.microsoft.com/office/drawing/2014/main" id="{D4A2DD72-43DD-48E5-BE34-37D49AB6D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01" name="Oval 100">
              <a:extLst>
                <a:ext uri="{FF2B5EF4-FFF2-40B4-BE49-F238E27FC236}">
                  <a16:creationId xmlns:a16="http://schemas.microsoft.com/office/drawing/2014/main" id="{A6E47C62-9745-42CF-88FA-5AEF328A5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4478470-3E53-4D0A-B0F6-1D864CB6A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76E7D4D5-5014-4B92-AA85-4B2CCEC1B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EB0EAEB-C0DD-4336-810D-ED75F545B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630DFB95-BAD6-4F63-A567-83C877647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4EE3C05E-A5F0-406D-85D7-3ABCA23FA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8" name="Rectangle 107">
            <a:extLst>
              <a:ext uri="{FF2B5EF4-FFF2-40B4-BE49-F238E27FC236}">
                <a16:creationId xmlns:a16="http://schemas.microsoft.com/office/drawing/2014/main" id="{1C52F6C8-2E89-4F61-92C7-299BEF89E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 name="Group 109">
            <a:extLst>
              <a:ext uri="{FF2B5EF4-FFF2-40B4-BE49-F238E27FC236}">
                <a16:creationId xmlns:a16="http://schemas.microsoft.com/office/drawing/2014/main" id="{E69FF964-E599-4EFE-B276-9CA5404619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111" name="Straight Connector 110">
              <a:extLst>
                <a:ext uri="{FF2B5EF4-FFF2-40B4-BE49-F238E27FC236}">
                  <a16:creationId xmlns:a16="http://schemas.microsoft.com/office/drawing/2014/main" id="{A3CEAACF-BB30-421A-9FFB-8354E58A3E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948410E-052E-4175-960D-81C6E06059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3CEF59E-D9E0-4743-B290-527DF5F3C5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A099E97-FC99-4043-BC63-B905FD8227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16" name="Oval 115">
            <a:extLst>
              <a:ext uri="{FF2B5EF4-FFF2-40B4-BE49-F238E27FC236}">
                <a16:creationId xmlns:a16="http://schemas.microsoft.com/office/drawing/2014/main" id="{F835453A-5A8D-49CA-BF02-6EB04EDDB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460608" y="2568069"/>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9346B03-32C0-4D48-A61B-11552C1863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92204" y="4660010"/>
            <a:ext cx="304800" cy="429768"/>
            <a:chOff x="215328" y="-46937"/>
            <a:chExt cx="304800" cy="2773841"/>
          </a:xfrm>
        </p:grpSpPr>
        <p:cxnSp>
          <p:nvCxnSpPr>
            <p:cNvPr id="119" name="Straight Connector 118">
              <a:extLst>
                <a:ext uri="{FF2B5EF4-FFF2-40B4-BE49-F238E27FC236}">
                  <a16:creationId xmlns:a16="http://schemas.microsoft.com/office/drawing/2014/main" id="{AB4C4700-ACA6-4E6C-999E-0D38705B24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CD2ED0A8-4764-4CEB-895A-49D115A054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06B8EA3B-84A3-46F9-85E9-BBEA87B322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564C79E1-32EF-4E3D-A089-7E2B9BBB64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24" name="Rectangle 123">
            <a:extLst>
              <a:ext uri="{FF2B5EF4-FFF2-40B4-BE49-F238E27FC236}">
                <a16:creationId xmlns:a16="http://schemas.microsoft.com/office/drawing/2014/main" id="{0DEA90BA-9EFA-431D-8EEA-76D29FE05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C8ABE731-C1A2-4FD3-9E32-0655C4878A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127" name="Straight Connector 126">
              <a:extLst>
                <a:ext uri="{FF2B5EF4-FFF2-40B4-BE49-F238E27FC236}">
                  <a16:creationId xmlns:a16="http://schemas.microsoft.com/office/drawing/2014/main" id="{11F44BFE-C10A-440D-A167-7B6230BDF1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1CF1604-D12D-4923-A2B8-7DC330A045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72004BC-A491-46FF-BCD6-915B4F4EC5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595B1FE-E2AE-4CD3-8687-500811B45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82BDACE-153A-AF44-2917-67DA4263AF4D}"/>
              </a:ext>
            </a:extLst>
          </p:cNvPr>
          <p:cNvSpPr>
            <a:spLocks noGrp="1"/>
          </p:cNvSpPr>
          <p:nvPr>
            <p:ph type="title"/>
          </p:nvPr>
        </p:nvSpPr>
        <p:spPr>
          <a:xfrm>
            <a:off x="630936" y="4516031"/>
            <a:ext cx="10722864" cy="1578093"/>
          </a:xfrm>
          <a:noFill/>
        </p:spPr>
        <p:txBody>
          <a:bodyPr anchor="t">
            <a:normAutofit/>
          </a:bodyPr>
          <a:lstStyle/>
          <a:p>
            <a:r>
              <a:rPr lang="en-US" sz="4800" b="1"/>
              <a:t>Objective </a:t>
            </a:r>
            <a:endParaRPr lang="en-US" sz="4800"/>
          </a:p>
        </p:txBody>
      </p:sp>
      <p:graphicFrame>
        <p:nvGraphicFramePr>
          <p:cNvPr id="48" name="Content Placeholder 2">
            <a:extLst>
              <a:ext uri="{FF2B5EF4-FFF2-40B4-BE49-F238E27FC236}">
                <a16:creationId xmlns:a16="http://schemas.microsoft.com/office/drawing/2014/main" id="{C8C146A5-8611-88E2-768F-83DA93641D77}"/>
              </a:ext>
            </a:extLst>
          </p:cNvPr>
          <p:cNvGraphicFramePr/>
          <p:nvPr>
            <p:extLst>
              <p:ext uri="{D42A27DB-BD31-4B8C-83A1-F6EECF244321}">
                <p14:modId xmlns:p14="http://schemas.microsoft.com/office/powerpoint/2010/main" val="444734504"/>
              </p:ext>
            </p:extLst>
          </p:nvPr>
        </p:nvGraphicFramePr>
        <p:xfrm>
          <a:off x="630936" y="477675"/>
          <a:ext cx="10846762" cy="352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317764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7D2F1CFE-6EDC-1F0B-6F22-985A470B6EB3}"/>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5600" kern="1200" dirty="0">
                <a:solidFill>
                  <a:schemeClr val="tx1"/>
                </a:solidFill>
                <a:latin typeface="+mj-lt"/>
                <a:ea typeface="+mj-ea"/>
                <a:cs typeface="+mj-cs"/>
              </a:rPr>
              <a:t>Methodology &amp; Tools</a:t>
            </a:r>
          </a:p>
        </p:txBody>
      </p:sp>
      <p:cxnSp>
        <p:nvCxnSpPr>
          <p:cNvPr id="53" name="Straight Connector 5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4" name="TextBox 8">
            <a:extLst>
              <a:ext uri="{FF2B5EF4-FFF2-40B4-BE49-F238E27FC236}">
                <a16:creationId xmlns:a16="http://schemas.microsoft.com/office/drawing/2014/main" id="{FE2D7264-3675-8501-10EA-1E449BC027B0}"/>
              </a:ext>
            </a:extLst>
          </p:cNvPr>
          <p:cNvGraphicFramePr/>
          <p:nvPr>
            <p:extLst>
              <p:ext uri="{D42A27DB-BD31-4B8C-83A1-F6EECF244321}">
                <p14:modId xmlns:p14="http://schemas.microsoft.com/office/powerpoint/2010/main" val="2725321457"/>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8009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14C8F8-7D03-3BD7-4893-1D954AD40792}"/>
              </a:ext>
            </a:extLst>
          </p:cNvPr>
          <p:cNvSpPr>
            <a:spLocks noGrp="1"/>
          </p:cNvSpPr>
          <p:nvPr>
            <p:ph type="title"/>
          </p:nvPr>
        </p:nvSpPr>
        <p:spPr>
          <a:xfrm>
            <a:off x="838200" y="365125"/>
            <a:ext cx="10515600" cy="1325563"/>
          </a:xfrm>
        </p:spPr>
        <p:txBody>
          <a:bodyPr>
            <a:normAutofit/>
          </a:bodyPr>
          <a:lstStyle/>
          <a:p>
            <a:r>
              <a:rPr lang="en-US" sz="5400"/>
              <a:t>Missing Values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915472C-781E-A255-21DD-B1B482270FA5}"/>
              </a:ext>
            </a:extLst>
          </p:cNvPr>
          <p:cNvGraphicFramePr>
            <a:graphicFrameLocks noGrp="1"/>
          </p:cNvGraphicFramePr>
          <p:nvPr>
            <p:ph idx="1"/>
            <p:extLst>
              <p:ext uri="{D42A27DB-BD31-4B8C-83A1-F6EECF244321}">
                <p14:modId xmlns:p14="http://schemas.microsoft.com/office/powerpoint/2010/main" val="2860136424"/>
              </p:ext>
            </p:extLst>
          </p:nvPr>
        </p:nvGraphicFramePr>
        <p:xfrm>
          <a:off x="1488884" y="2228087"/>
          <a:ext cx="9214232" cy="3948880"/>
        </p:xfrm>
        <a:graphic>
          <a:graphicData uri="http://schemas.openxmlformats.org/drawingml/2006/table">
            <a:tbl>
              <a:tblPr firstRow="1" firstCol="1" bandRow="1">
                <a:tableStyleId>{5C22544A-7EE6-4342-B048-85BDC9FD1C3A}</a:tableStyleId>
              </a:tblPr>
              <a:tblGrid>
                <a:gridCol w="5347664">
                  <a:extLst>
                    <a:ext uri="{9D8B030D-6E8A-4147-A177-3AD203B41FA5}">
                      <a16:colId xmlns:a16="http://schemas.microsoft.com/office/drawing/2014/main" val="2671536384"/>
                    </a:ext>
                  </a:extLst>
                </a:gridCol>
                <a:gridCol w="3866568">
                  <a:extLst>
                    <a:ext uri="{9D8B030D-6E8A-4147-A177-3AD203B41FA5}">
                      <a16:colId xmlns:a16="http://schemas.microsoft.com/office/drawing/2014/main" val="2846708128"/>
                    </a:ext>
                  </a:extLst>
                </a:gridCol>
              </a:tblGrid>
              <a:tr h="303760">
                <a:tc>
                  <a:txBody>
                    <a:bodyPr/>
                    <a:lstStyle/>
                    <a:p>
                      <a:pPr marL="0" marR="0">
                        <a:lnSpc>
                          <a:spcPct val="115000"/>
                        </a:lnSpc>
                        <a:spcAft>
                          <a:spcPts val="800"/>
                        </a:spcAft>
                        <a:buNone/>
                      </a:pPr>
                      <a:r>
                        <a:rPr lang="en-US" sz="1500" kern="0">
                          <a:effectLst/>
                        </a:rPr>
                        <a:t>Column Name</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nSpc>
                          <a:spcPct val="115000"/>
                        </a:lnSpc>
                        <a:spcAft>
                          <a:spcPts val="800"/>
                        </a:spcAft>
                        <a:buNone/>
                      </a:pPr>
                      <a:r>
                        <a:rPr lang="en-US" sz="1500" kern="0">
                          <a:effectLst/>
                        </a:rPr>
                        <a:t>Missing values</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1728341234"/>
                  </a:ext>
                </a:extLst>
              </a:tr>
              <a:tr h="303760">
                <a:tc>
                  <a:txBody>
                    <a:bodyPr/>
                    <a:lstStyle/>
                    <a:p>
                      <a:pPr marL="0" marR="0">
                        <a:lnSpc>
                          <a:spcPct val="115000"/>
                        </a:lnSpc>
                        <a:spcAft>
                          <a:spcPts val="800"/>
                        </a:spcAft>
                        <a:buNone/>
                      </a:pPr>
                      <a:r>
                        <a:rPr lang="en-US" sz="1500" kern="0">
                          <a:effectLst/>
                        </a:rPr>
                        <a:t>weight</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98569</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2993675621"/>
                  </a:ext>
                </a:extLst>
              </a:tr>
              <a:tr h="303760">
                <a:tc>
                  <a:txBody>
                    <a:bodyPr/>
                    <a:lstStyle/>
                    <a:p>
                      <a:pPr marL="0" marR="0">
                        <a:lnSpc>
                          <a:spcPct val="115000"/>
                        </a:lnSpc>
                        <a:spcAft>
                          <a:spcPts val="800"/>
                        </a:spcAft>
                        <a:buNone/>
                      </a:pPr>
                      <a:r>
                        <a:rPr lang="en-US" sz="1500" kern="0">
                          <a:effectLst/>
                        </a:rPr>
                        <a:t>max_glu_serum</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96420</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2111817350"/>
                  </a:ext>
                </a:extLst>
              </a:tr>
              <a:tr h="303760">
                <a:tc>
                  <a:txBody>
                    <a:bodyPr/>
                    <a:lstStyle/>
                    <a:p>
                      <a:pPr marL="0" marR="0">
                        <a:lnSpc>
                          <a:spcPct val="115000"/>
                        </a:lnSpc>
                        <a:spcAft>
                          <a:spcPts val="800"/>
                        </a:spcAft>
                        <a:buNone/>
                      </a:pPr>
                      <a:r>
                        <a:rPr lang="en-US" sz="1500" kern="0">
                          <a:effectLst/>
                        </a:rPr>
                        <a:t>A1Cresult</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84748</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2600782891"/>
                  </a:ext>
                </a:extLst>
              </a:tr>
              <a:tr h="303760">
                <a:tc>
                  <a:txBody>
                    <a:bodyPr/>
                    <a:lstStyle/>
                    <a:p>
                      <a:pPr marL="0" marR="0">
                        <a:lnSpc>
                          <a:spcPct val="115000"/>
                        </a:lnSpc>
                        <a:spcAft>
                          <a:spcPts val="800"/>
                        </a:spcAft>
                        <a:buNone/>
                      </a:pPr>
                      <a:r>
                        <a:rPr lang="en-US" sz="1500" kern="0">
                          <a:effectLst/>
                        </a:rPr>
                        <a:t>medical_specialty</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49949</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2534559710"/>
                  </a:ext>
                </a:extLst>
              </a:tr>
              <a:tr h="303760">
                <a:tc>
                  <a:txBody>
                    <a:bodyPr/>
                    <a:lstStyle/>
                    <a:p>
                      <a:pPr marL="0" marR="0">
                        <a:lnSpc>
                          <a:spcPct val="115000"/>
                        </a:lnSpc>
                        <a:spcAft>
                          <a:spcPts val="800"/>
                        </a:spcAft>
                        <a:buNone/>
                      </a:pPr>
                      <a:r>
                        <a:rPr lang="en-US" sz="1500" kern="0">
                          <a:effectLst/>
                        </a:rPr>
                        <a:t>payer_code</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40256</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1850297238"/>
                  </a:ext>
                </a:extLst>
              </a:tr>
              <a:tr h="303760">
                <a:tc>
                  <a:txBody>
                    <a:bodyPr/>
                    <a:lstStyle/>
                    <a:p>
                      <a:pPr marL="0" marR="0">
                        <a:lnSpc>
                          <a:spcPct val="115000"/>
                        </a:lnSpc>
                        <a:spcAft>
                          <a:spcPts val="800"/>
                        </a:spcAft>
                        <a:buNone/>
                      </a:pPr>
                      <a:r>
                        <a:rPr lang="en-US" sz="1500" kern="0">
                          <a:effectLst/>
                        </a:rPr>
                        <a:t>admission_source</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6781</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3422866786"/>
                  </a:ext>
                </a:extLst>
              </a:tr>
              <a:tr h="303760">
                <a:tc>
                  <a:txBody>
                    <a:bodyPr/>
                    <a:lstStyle/>
                    <a:p>
                      <a:pPr marL="0" marR="0">
                        <a:lnSpc>
                          <a:spcPct val="115000"/>
                        </a:lnSpc>
                        <a:spcAft>
                          <a:spcPts val="800"/>
                        </a:spcAft>
                        <a:buNone/>
                      </a:pPr>
                      <a:r>
                        <a:rPr lang="en-US" sz="1500" kern="0">
                          <a:effectLst/>
                        </a:rPr>
                        <a:t>admission_type</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5291</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3998809171"/>
                  </a:ext>
                </a:extLst>
              </a:tr>
              <a:tr h="303760">
                <a:tc>
                  <a:txBody>
                    <a:bodyPr/>
                    <a:lstStyle/>
                    <a:p>
                      <a:pPr marL="0" marR="0">
                        <a:lnSpc>
                          <a:spcPct val="115000"/>
                        </a:lnSpc>
                        <a:spcAft>
                          <a:spcPts val="800"/>
                        </a:spcAft>
                        <a:buNone/>
                      </a:pPr>
                      <a:r>
                        <a:rPr lang="en-US" sz="1500" kern="0">
                          <a:effectLst/>
                        </a:rPr>
                        <a:t>discharge_disposition</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3691</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4231746509"/>
                  </a:ext>
                </a:extLst>
              </a:tr>
              <a:tr h="303760">
                <a:tc>
                  <a:txBody>
                    <a:bodyPr/>
                    <a:lstStyle/>
                    <a:p>
                      <a:pPr marL="0" marR="0">
                        <a:lnSpc>
                          <a:spcPct val="115000"/>
                        </a:lnSpc>
                        <a:spcAft>
                          <a:spcPts val="800"/>
                        </a:spcAft>
                        <a:buNone/>
                      </a:pPr>
                      <a:r>
                        <a:rPr lang="en-US" sz="1500" kern="0">
                          <a:effectLst/>
                        </a:rPr>
                        <a:t>race</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2273</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3838129702"/>
                  </a:ext>
                </a:extLst>
              </a:tr>
              <a:tr h="303760">
                <a:tc>
                  <a:txBody>
                    <a:bodyPr/>
                    <a:lstStyle/>
                    <a:p>
                      <a:pPr marL="0" marR="0">
                        <a:lnSpc>
                          <a:spcPct val="115000"/>
                        </a:lnSpc>
                        <a:spcAft>
                          <a:spcPts val="800"/>
                        </a:spcAft>
                        <a:buNone/>
                      </a:pPr>
                      <a:r>
                        <a:rPr lang="en-US" sz="1500" kern="0">
                          <a:effectLst/>
                        </a:rPr>
                        <a:t>diag_3</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1423</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1113367437"/>
                  </a:ext>
                </a:extLst>
              </a:tr>
              <a:tr h="303760">
                <a:tc>
                  <a:txBody>
                    <a:bodyPr/>
                    <a:lstStyle/>
                    <a:p>
                      <a:pPr marL="0" marR="0">
                        <a:lnSpc>
                          <a:spcPct val="115000"/>
                        </a:lnSpc>
                        <a:spcAft>
                          <a:spcPts val="800"/>
                        </a:spcAft>
                        <a:buNone/>
                      </a:pPr>
                      <a:r>
                        <a:rPr lang="en-US" sz="1500" kern="0">
                          <a:effectLst/>
                        </a:rPr>
                        <a:t>diag_2</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358</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3334116660"/>
                  </a:ext>
                </a:extLst>
              </a:tr>
              <a:tr h="303760">
                <a:tc>
                  <a:txBody>
                    <a:bodyPr/>
                    <a:lstStyle/>
                    <a:p>
                      <a:pPr marL="0" marR="0">
                        <a:lnSpc>
                          <a:spcPct val="115000"/>
                        </a:lnSpc>
                        <a:spcAft>
                          <a:spcPts val="800"/>
                        </a:spcAft>
                        <a:buNone/>
                      </a:pPr>
                      <a:r>
                        <a:rPr lang="en-US" sz="1500" kern="0">
                          <a:effectLst/>
                        </a:rPr>
                        <a:t>diag_1</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tc>
                  <a:txBody>
                    <a:bodyPr/>
                    <a:lstStyle/>
                    <a:p>
                      <a:pPr marL="0" marR="0" algn="ctr">
                        <a:lnSpc>
                          <a:spcPct val="115000"/>
                        </a:lnSpc>
                        <a:spcAft>
                          <a:spcPts val="800"/>
                        </a:spcAft>
                        <a:buNone/>
                      </a:pPr>
                      <a:r>
                        <a:rPr lang="en-US" sz="1500" kern="0">
                          <a:effectLst/>
                        </a:rPr>
                        <a:t>21</a:t>
                      </a:r>
                      <a:endParaRPr lang="en-US" sz="1700" kern="100">
                        <a:effectLst/>
                        <a:latin typeface="Aptos" panose="020B0004020202020204" pitchFamily="34" charset="0"/>
                        <a:ea typeface="Aptos" panose="020B0004020202020204" pitchFamily="34" charset="0"/>
                        <a:cs typeface="Arial" panose="020B0604020202020204" pitchFamily="34" charset="0"/>
                      </a:endParaRPr>
                    </a:p>
                  </a:txBody>
                  <a:tcPr marL="95422" marR="95422" marT="0" marB="0"/>
                </a:tc>
                <a:extLst>
                  <a:ext uri="{0D108BD9-81ED-4DB2-BD59-A6C34878D82A}">
                    <a16:rowId xmlns:a16="http://schemas.microsoft.com/office/drawing/2014/main" val="117186650"/>
                  </a:ext>
                </a:extLst>
              </a:tr>
            </a:tbl>
          </a:graphicData>
        </a:graphic>
      </p:graphicFrame>
    </p:spTree>
    <p:extLst>
      <p:ext uri="{BB962C8B-B14F-4D97-AF65-F5344CB8AC3E}">
        <p14:creationId xmlns:p14="http://schemas.microsoft.com/office/powerpoint/2010/main" val="101638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B01482-7D1E-EAE7-2B17-B3481404B457}"/>
              </a:ext>
            </a:extLst>
          </p:cNvPr>
          <p:cNvSpPr>
            <a:spLocks noGrp="1"/>
          </p:cNvSpPr>
          <p:nvPr>
            <p:ph type="title"/>
          </p:nvPr>
        </p:nvSpPr>
        <p:spPr>
          <a:xfrm>
            <a:off x="838200" y="557189"/>
            <a:ext cx="3374136" cy="5567891"/>
          </a:xfrm>
        </p:spPr>
        <p:txBody>
          <a:bodyPr>
            <a:normAutofit/>
          </a:bodyPr>
          <a:lstStyle/>
          <a:p>
            <a:r>
              <a:rPr lang="en-US" dirty="0"/>
              <a:t> Methodology &amp; Tools</a:t>
            </a:r>
            <a:br>
              <a:rPr lang="en-US" dirty="0"/>
            </a:br>
            <a:endParaRPr lang="en-US" dirty="0"/>
          </a:p>
        </p:txBody>
      </p:sp>
      <p:graphicFrame>
        <p:nvGraphicFramePr>
          <p:cNvPr id="38" name="Content Placeholder 2">
            <a:extLst>
              <a:ext uri="{FF2B5EF4-FFF2-40B4-BE49-F238E27FC236}">
                <a16:creationId xmlns:a16="http://schemas.microsoft.com/office/drawing/2014/main" id="{21F57684-F2B3-78F7-A258-6B0642114AD8}"/>
              </a:ext>
            </a:extLst>
          </p:cNvPr>
          <p:cNvGraphicFramePr>
            <a:graphicFrameLocks noGrp="1"/>
          </p:cNvGraphicFramePr>
          <p:nvPr>
            <p:ph idx="1"/>
            <p:extLst>
              <p:ext uri="{D42A27DB-BD31-4B8C-83A1-F6EECF244321}">
                <p14:modId xmlns:p14="http://schemas.microsoft.com/office/powerpoint/2010/main" val="3891733613"/>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822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E1BBE20-D990-443C-3BE9-373C700B5AA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Analysis </a:t>
            </a:r>
          </a:p>
        </p:txBody>
      </p:sp>
      <p:pic>
        <p:nvPicPr>
          <p:cNvPr id="5" name="Content Placeholder 4">
            <a:extLst>
              <a:ext uri="{FF2B5EF4-FFF2-40B4-BE49-F238E27FC236}">
                <a16:creationId xmlns:a16="http://schemas.microsoft.com/office/drawing/2014/main" id="{DDF0E9F8-632E-6945-B08F-49BA3A6D5D4B}"/>
              </a:ext>
            </a:extLst>
          </p:cNvPr>
          <p:cNvPicPr>
            <a:picLocks noGrp="1" noChangeAspect="1"/>
          </p:cNvPicPr>
          <p:nvPr>
            <p:ph idx="1"/>
          </p:nvPr>
        </p:nvPicPr>
        <p:blipFill>
          <a:blip r:embed="rId2"/>
          <a:stretch>
            <a:fillRect/>
          </a:stretch>
        </p:blipFill>
        <p:spPr>
          <a:xfrm>
            <a:off x="4502428" y="1017407"/>
            <a:ext cx="7225748" cy="4823186"/>
          </a:xfrm>
          <a:prstGeom prst="rect">
            <a:avLst/>
          </a:prstGeom>
        </p:spPr>
      </p:pic>
    </p:spTree>
    <p:extLst>
      <p:ext uri="{BB962C8B-B14F-4D97-AF65-F5344CB8AC3E}">
        <p14:creationId xmlns:p14="http://schemas.microsoft.com/office/powerpoint/2010/main" val="87729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7416DE7F-00A5-317F-EC0D-FAD53A167A13}"/>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r>
              <a:rPr lang="en-US" sz="4000" kern="1200" dirty="0">
                <a:solidFill>
                  <a:schemeClr val="tx1"/>
                </a:solidFill>
                <a:latin typeface="+mj-lt"/>
                <a:ea typeface="+mj-ea"/>
                <a:cs typeface="+mj-cs"/>
              </a:rPr>
              <a:t>Demographics vs. Care Continuity</a:t>
            </a:r>
          </a:p>
        </p:txBody>
      </p:sp>
      <p:sp>
        <p:nvSpPr>
          <p:cNvPr id="6" name="TextBox 5">
            <a:extLst>
              <a:ext uri="{FF2B5EF4-FFF2-40B4-BE49-F238E27FC236}">
                <a16:creationId xmlns:a16="http://schemas.microsoft.com/office/drawing/2014/main" id="{AE1CCAF3-C138-E6FB-CBA2-9E7509A9B661}"/>
              </a:ext>
            </a:extLst>
          </p:cNvPr>
          <p:cNvSpPr txBox="1"/>
          <p:nvPr/>
        </p:nvSpPr>
        <p:spPr>
          <a:xfrm>
            <a:off x="5246415" y="4230094"/>
            <a:ext cx="6235268" cy="1136563"/>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dirty="0"/>
              <a:t>Caucasian patients comprise the vast majority of the dataset with 76,099 encounters </a:t>
            </a:r>
            <a:r>
              <a:rPr lang="en-US" sz="1700" dirty="0"/>
              <a:t>nearly four times the volume of the next largest group, African American patients</a:t>
            </a:r>
          </a:p>
        </p:txBody>
      </p:sp>
      <p:sp>
        <p:nvSpPr>
          <p:cNvPr id="22" name="Rectangle 2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4D7741CB-BB08-F929-18A1-801C509A6E13}"/>
              </a:ext>
            </a:extLst>
          </p:cNvPr>
          <p:cNvGraphicFramePr>
            <a:graphicFrameLocks noGrp="1"/>
          </p:cNvGraphicFramePr>
          <p:nvPr>
            <p:ph idx="1"/>
            <p:extLst>
              <p:ext uri="{D42A27DB-BD31-4B8C-83A1-F6EECF244321}">
                <p14:modId xmlns:p14="http://schemas.microsoft.com/office/powerpoint/2010/main" val="3304736277"/>
              </p:ext>
            </p:extLst>
          </p:nvPr>
        </p:nvGraphicFramePr>
        <p:xfrm>
          <a:off x="556592" y="457200"/>
          <a:ext cx="11139778" cy="34553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8058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52EB31-5693-DFB2-7305-8D86B72F45AB}"/>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kern="1200">
                <a:solidFill>
                  <a:schemeClr val="tx1"/>
                </a:solidFill>
                <a:latin typeface="+mj-lt"/>
                <a:ea typeface="+mj-ea"/>
                <a:cs typeface="+mj-cs"/>
              </a:rPr>
              <a:t>Admission Distribution </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077277E-C222-BAD8-5240-40684656937E}"/>
              </a:ext>
            </a:extLst>
          </p:cNvPr>
          <p:cNvSpPr txBox="1"/>
          <p:nvPr/>
        </p:nvSpPr>
        <p:spPr>
          <a:xfrm>
            <a:off x="4654295" y="502920"/>
            <a:ext cx="6894576" cy="146304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b="1"/>
              <a:t>The Emergency Gate:</a:t>
            </a:r>
            <a:r>
              <a:rPr lang="en-US" sz="1900"/>
              <a:t> Over 53% of all patients enter the hospital directly through the Emergency Room. Because emergency entries happen quickly and bypass standard insurance pre-approvals, they represent the main area where resource leaks</a:t>
            </a:r>
          </a:p>
        </p:txBody>
      </p:sp>
      <p:graphicFrame>
        <p:nvGraphicFramePr>
          <p:cNvPr id="4" name="Content Placeholder 3">
            <a:extLst>
              <a:ext uri="{FF2B5EF4-FFF2-40B4-BE49-F238E27FC236}">
                <a16:creationId xmlns:a16="http://schemas.microsoft.com/office/drawing/2014/main" id="{8BC5D8F6-949F-57B1-7BC3-891FC195A592}"/>
              </a:ext>
            </a:extLst>
          </p:cNvPr>
          <p:cNvGraphicFramePr>
            <a:graphicFrameLocks noGrp="1"/>
          </p:cNvGraphicFramePr>
          <p:nvPr>
            <p:ph idx="1"/>
            <p:extLst>
              <p:ext uri="{D42A27DB-BD31-4B8C-83A1-F6EECF244321}">
                <p14:modId xmlns:p14="http://schemas.microsoft.com/office/powerpoint/2010/main" val="3395016338"/>
              </p:ext>
            </p:extLst>
          </p:nvPr>
        </p:nvGraphicFramePr>
        <p:xfrm>
          <a:off x="630936" y="2290936"/>
          <a:ext cx="10917936" cy="39593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52128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5A60FE3-4858-64D3-B078-BDBD253425ED}"/>
              </a:ext>
            </a:extLst>
          </p:cNvPr>
          <p:cNvSpPr>
            <a:spLocks noGrp="1"/>
          </p:cNvSpPr>
          <p:nvPr>
            <p:ph type="title"/>
          </p:nvPr>
        </p:nvSpPr>
        <p:spPr>
          <a:xfrm>
            <a:off x="838201" y="3998018"/>
            <a:ext cx="3981854" cy="2216513"/>
          </a:xfrm>
        </p:spPr>
        <p:txBody>
          <a:bodyPr>
            <a:normAutofit/>
          </a:bodyPr>
          <a:lstStyle/>
          <a:p>
            <a:r>
              <a:rPr lang="en-US" sz="3700"/>
              <a:t>The Medication Burden &amp; Treatment Changes</a:t>
            </a:r>
          </a:p>
        </p:txBody>
      </p:sp>
      <p:sp>
        <p:nvSpPr>
          <p:cNvPr id="29" name="Arc 28">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3EFC1855-01C3-AE88-E315-E114D0407187}"/>
              </a:ext>
            </a:extLst>
          </p:cNvPr>
          <p:cNvPicPr>
            <a:picLocks noChangeAspect="1"/>
          </p:cNvPicPr>
          <p:nvPr/>
        </p:nvPicPr>
        <p:blipFill>
          <a:blip r:embed="rId2"/>
          <a:stretch>
            <a:fillRect/>
          </a:stretch>
        </p:blipFill>
        <p:spPr>
          <a:xfrm>
            <a:off x="1143000" y="323850"/>
            <a:ext cx="9324975" cy="333812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D0E7C393-A438-985F-8979-DE54D6F00185}"/>
              </a:ext>
            </a:extLst>
          </p:cNvPr>
          <p:cNvSpPr>
            <a:spLocks noGrp="1"/>
          </p:cNvSpPr>
          <p:nvPr>
            <p:ph idx="1"/>
          </p:nvPr>
        </p:nvSpPr>
        <p:spPr>
          <a:xfrm>
            <a:off x="4820055" y="3998019"/>
            <a:ext cx="7211868" cy="2216512"/>
          </a:xfrm>
        </p:spPr>
        <p:txBody>
          <a:bodyPr>
            <a:normAutofit fontScale="92500" lnSpcReduction="10000"/>
          </a:bodyPr>
          <a:lstStyle/>
          <a:p>
            <a:r>
              <a:rPr lang="en-US" dirty="0"/>
              <a:t>While the average patient is prescribed around 15 drugs, the chart shows an extreme tail stretching up to 80+ distinct medications for a single visit</a:t>
            </a:r>
          </a:p>
          <a:p>
            <a:r>
              <a:rPr lang="en-US" dirty="0"/>
              <a:t>Most readmitted patients belong to the 10-to-20 medication group</a:t>
            </a:r>
          </a:p>
          <a:p>
            <a:pPr marL="0" indent="0">
              <a:buNone/>
            </a:pPr>
            <a:endParaRPr lang="en-US" dirty="0"/>
          </a:p>
        </p:txBody>
      </p:sp>
    </p:spTree>
    <p:extLst>
      <p:ext uri="{BB962C8B-B14F-4D97-AF65-F5344CB8AC3E}">
        <p14:creationId xmlns:p14="http://schemas.microsoft.com/office/powerpoint/2010/main" val="1389731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27426D-F99C-4229-4A37-61124490912E}"/>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300" kern="1200">
                <a:solidFill>
                  <a:schemeClr val="tx1"/>
                </a:solidFill>
                <a:latin typeface="+mj-lt"/>
                <a:ea typeface="+mj-ea"/>
                <a:cs typeface="+mj-cs"/>
              </a:rPr>
              <a:t>The Medication Burden &amp; Treatment Changes</a:t>
            </a:r>
          </a:p>
        </p:txBody>
      </p:sp>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3D82D23-D6FF-6BA8-6D98-D9052C3A90C8}"/>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dirty="0"/>
              <a:t>High Therapeutic Volatility:</a:t>
            </a:r>
            <a:r>
              <a:rPr lang="en-US" dirty="0"/>
              <a:t> Over 46% of all patients have their critical medications actively changed or adjusted during their stay. </a:t>
            </a:r>
          </a:p>
          <a:p>
            <a:pPr indent="-228600">
              <a:lnSpc>
                <a:spcPct val="90000"/>
              </a:lnSpc>
              <a:spcAft>
                <a:spcPts val="600"/>
              </a:spcAft>
              <a:buFont typeface="Arial" panose="020B0604020202020204" pitchFamily="34" charset="0"/>
              <a:buChar char="•"/>
            </a:pPr>
            <a:endParaRPr lang="en-US" dirty="0"/>
          </a:p>
        </p:txBody>
      </p:sp>
      <p:sp>
        <p:nvSpPr>
          <p:cNvPr id="25" name="Rectangle 2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A9A1B39-190C-CFF4-80BE-9A2D7374FB35}"/>
              </a:ext>
            </a:extLst>
          </p:cNvPr>
          <p:cNvGraphicFramePr>
            <a:graphicFrameLocks noGrp="1"/>
          </p:cNvGraphicFramePr>
          <p:nvPr>
            <p:ph idx="1"/>
            <p:extLst>
              <p:ext uri="{D42A27DB-BD31-4B8C-83A1-F6EECF244321}">
                <p14:modId xmlns:p14="http://schemas.microsoft.com/office/powerpoint/2010/main" val="2997851548"/>
              </p:ext>
            </p:extLst>
          </p:nvPr>
        </p:nvGraphicFramePr>
        <p:xfrm>
          <a:off x="5987738" y="650494"/>
          <a:ext cx="5628018" cy="53241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2655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4D7AE6-CA71-2766-2992-E65150FF30A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486716D-801B-572B-D4D1-AE8BCF58B864}"/>
              </a:ext>
            </a:extLst>
          </p:cNvPr>
          <p:cNvSpPr>
            <a:spLocks noGrp="1"/>
          </p:cNvSpPr>
          <p:nvPr>
            <p:ph type="title"/>
          </p:nvPr>
        </p:nvSpPr>
        <p:spPr>
          <a:xfrm>
            <a:off x="838201" y="3998018"/>
            <a:ext cx="3981854" cy="2216513"/>
          </a:xfrm>
        </p:spPr>
        <p:txBody>
          <a:bodyPr vert="horz" lIns="91440" tIns="45720" rIns="91440" bIns="45720" rtlCol="0" anchor="ctr">
            <a:normAutofit/>
          </a:bodyPr>
          <a:lstStyle/>
          <a:p>
            <a:r>
              <a:rPr lang="en-US" sz="4100" kern="1200" dirty="0">
                <a:solidFill>
                  <a:schemeClr val="tx1"/>
                </a:solidFill>
                <a:latin typeface="+mj-lt"/>
                <a:ea typeface="+mj-ea"/>
                <a:cs typeface="+mj-cs"/>
              </a:rPr>
              <a:t>Age vs. Care Continuity</a:t>
            </a:r>
          </a:p>
        </p:txBody>
      </p:sp>
      <p:sp>
        <p:nvSpPr>
          <p:cNvPr id="25" name="Arc 24">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D756A983-87CE-ED7C-EF7B-0F39895104C2}"/>
              </a:ext>
            </a:extLst>
          </p:cNvPr>
          <p:cNvSpPr txBox="1"/>
          <p:nvPr/>
        </p:nvSpPr>
        <p:spPr>
          <a:xfrm>
            <a:off x="4743855" y="4466812"/>
            <a:ext cx="6382966" cy="158635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dirty="0"/>
              <a:t>The demographic data suggests that </a:t>
            </a:r>
            <a:r>
              <a:rPr lang="en-US" b="1" dirty="0"/>
              <a:t>AGE</a:t>
            </a:r>
            <a:r>
              <a:rPr lang="en-US" dirty="0"/>
              <a:t> is a stronger predictor of readmission volume than gender until age 80.</a:t>
            </a:r>
          </a:p>
          <a:p>
            <a:pPr indent="-228600">
              <a:lnSpc>
                <a:spcPct val="90000"/>
              </a:lnSpc>
              <a:spcAft>
                <a:spcPts val="600"/>
              </a:spcAft>
              <a:buFont typeface="Arial" panose="020B0604020202020204" pitchFamily="34" charset="0"/>
              <a:buChar char="•"/>
            </a:pPr>
            <a:endParaRPr lang="en-US" dirty="0"/>
          </a:p>
        </p:txBody>
      </p:sp>
      <p:graphicFrame>
        <p:nvGraphicFramePr>
          <p:cNvPr id="4" name="Content Placeholder 3">
            <a:extLst>
              <a:ext uri="{FF2B5EF4-FFF2-40B4-BE49-F238E27FC236}">
                <a16:creationId xmlns:a16="http://schemas.microsoft.com/office/drawing/2014/main" id="{C51FCF95-8943-7E43-8693-02682D9F0BA0}"/>
              </a:ext>
            </a:extLst>
          </p:cNvPr>
          <p:cNvGraphicFramePr>
            <a:graphicFrameLocks noGrp="1"/>
          </p:cNvGraphicFramePr>
          <p:nvPr>
            <p:ph idx="1"/>
            <p:extLst>
              <p:ext uri="{D42A27DB-BD31-4B8C-83A1-F6EECF244321}">
                <p14:modId xmlns:p14="http://schemas.microsoft.com/office/powerpoint/2010/main" val="4042012013"/>
              </p:ext>
            </p:extLst>
          </p:nvPr>
        </p:nvGraphicFramePr>
        <p:xfrm>
          <a:off x="511629" y="226367"/>
          <a:ext cx="11020457" cy="364025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3230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58119CB-CAA3-BD9E-76C1-F38EEA7FFF1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Clinical Correlations </a:t>
            </a:r>
          </a:p>
        </p:txBody>
      </p:sp>
      <p:pic>
        <p:nvPicPr>
          <p:cNvPr id="5" name="Content Placeholder 4">
            <a:extLst>
              <a:ext uri="{FF2B5EF4-FFF2-40B4-BE49-F238E27FC236}">
                <a16:creationId xmlns:a16="http://schemas.microsoft.com/office/drawing/2014/main" id="{F03F9B6F-49DD-D22D-0B52-B332F05A9E41}"/>
              </a:ext>
            </a:extLst>
          </p:cNvPr>
          <p:cNvPicPr>
            <a:picLocks noGrp="1" noChangeAspect="1"/>
          </p:cNvPicPr>
          <p:nvPr>
            <p:ph idx="1"/>
          </p:nvPr>
        </p:nvPicPr>
        <p:blipFill>
          <a:blip r:embed="rId2"/>
          <a:stretch>
            <a:fillRect/>
          </a:stretch>
        </p:blipFill>
        <p:spPr>
          <a:xfrm>
            <a:off x="4502428" y="629023"/>
            <a:ext cx="7225748" cy="5599954"/>
          </a:xfrm>
          <a:prstGeom prst="rect">
            <a:avLst/>
          </a:prstGeom>
        </p:spPr>
      </p:pic>
    </p:spTree>
    <p:extLst>
      <p:ext uri="{BB962C8B-B14F-4D97-AF65-F5344CB8AC3E}">
        <p14:creationId xmlns:p14="http://schemas.microsoft.com/office/powerpoint/2010/main" val="110734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effectLst/>
      </p:bgPr>
    </p:bg>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AD1C743-EE95-0B8D-3C4E-019C848B0378}"/>
              </a:ext>
            </a:extLst>
          </p:cNvPr>
          <p:cNvPicPr>
            <a:picLocks noGrp="1" noChangeAspect="1"/>
          </p:cNvPicPr>
          <p:nvPr>
            <p:ph idx="1"/>
          </p:nvPr>
        </p:nvPicPr>
        <p:blipFill>
          <a:blip r:embed="rId2"/>
          <a:stretch>
            <a:fillRect/>
          </a:stretch>
        </p:blipFill>
        <p:spPr>
          <a:xfrm>
            <a:off x="32658" y="1930400"/>
            <a:ext cx="12126683" cy="4905828"/>
          </a:xfrm>
          <a:prstGeom prst="rect">
            <a:avLst/>
          </a:prstGeom>
        </p:spPr>
      </p:pic>
      <p:graphicFrame>
        <p:nvGraphicFramePr>
          <p:cNvPr id="11" name="Diagram 10">
            <a:extLst>
              <a:ext uri="{FF2B5EF4-FFF2-40B4-BE49-F238E27FC236}">
                <a16:creationId xmlns:a16="http://schemas.microsoft.com/office/drawing/2014/main" id="{18DB606F-9559-6D7C-7699-332CC55E05F2}"/>
              </a:ext>
            </a:extLst>
          </p:cNvPr>
          <p:cNvGraphicFramePr/>
          <p:nvPr>
            <p:extLst>
              <p:ext uri="{D42A27DB-BD31-4B8C-83A1-F6EECF244321}">
                <p14:modId xmlns:p14="http://schemas.microsoft.com/office/powerpoint/2010/main" val="3551998449"/>
              </p:ext>
            </p:extLst>
          </p:nvPr>
        </p:nvGraphicFramePr>
        <p:xfrm>
          <a:off x="5845628" y="3054110"/>
          <a:ext cx="5921830" cy="18880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11">
            <a:extLst>
              <a:ext uri="{FF2B5EF4-FFF2-40B4-BE49-F238E27FC236}">
                <a16:creationId xmlns:a16="http://schemas.microsoft.com/office/drawing/2014/main" id="{48743B56-FB61-8273-43F6-9E2EEE6CE3A5}"/>
              </a:ext>
            </a:extLst>
          </p:cNvPr>
          <p:cNvSpPr/>
          <p:nvPr/>
        </p:nvSpPr>
        <p:spPr>
          <a:xfrm>
            <a:off x="0" y="21772"/>
            <a:ext cx="12192000" cy="1045028"/>
          </a:xfrm>
          <a:prstGeom prst="rect">
            <a:avLst/>
          </a:prstGeom>
          <a:effectLst>
            <a:outerShdw blurRad="406400" dist="50800" dir="9360000" algn="ctr" rotWithShape="0">
              <a:schemeClr val="accent5">
                <a:lumMod val="20000"/>
                <a:lumOff val="80000"/>
                <a:alpha val="99000"/>
              </a:schemeClr>
            </a:outerShdw>
            <a:reflection endPos="0" dist="50800" dir="5400000" sy="-100000" algn="bl" rotWithShape="0"/>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Readmission Volume by Stay Duration</a:t>
            </a:r>
            <a:endParaRPr lang="en-US" dirty="0"/>
          </a:p>
        </p:txBody>
      </p:sp>
    </p:spTree>
    <p:extLst>
      <p:ext uri="{BB962C8B-B14F-4D97-AF65-F5344CB8AC3E}">
        <p14:creationId xmlns:p14="http://schemas.microsoft.com/office/powerpoint/2010/main" val="644898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BF44DA-9188-BA2A-B25D-9722C475D3DC}"/>
              </a:ext>
            </a:extLst>
          </p:cNvPr>
          <p:cNvSpPr>
            <a:spLocks noGrp="1"/>
          </p:cNvSpPr>
          <p:nvPr>
            <p:ph type="title"/>
          </p:nvPr>
        </p:nvSpPr>
        <p:spPr>
          <a:xfrm>
            <a:off x="691896" y="82297"/>
            <a:ext cx="10125456" cy="822960"/>
          </a:xfrm>
        </p:spPr>
        <p:txBody>
          <a:bodyPr>
            <a:normAutofit/>
          </a:bodyPr>
          <a:lstStyle/>
          <a:p>
            <a:r>
              <a:rPr lang="en-US" dirty="0">
                <a:solidFill>
                  <a:srgbClr val="FFFFFF"/>
                </a:solidFill>
              </a:rPr>
              <a:t>Findings and Conclusion</a:t>
            </a:r>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0FB05259-274B-0351-E4C4-93C30121CA71}"/>
              </a:ext>
            </a:extLst>
          </p:cNvPr>
          <p:cNvGraphicFramePr>
            <a:graphicFrameLocks noGrp="1"/>
          </p:cNvGraphicFramePr>
          <p:nvPr>
            <p:ph idx="1"/>
            <p:extLst>
              <p:ext uri="{D42A27DB-BD31-4B8C-83A1-F6EECF244321}">
                <p14:modId xmlns:p14="http://schemas.microsoft.com/office/powerpoint/2010/main" val="3542137448"/>
              </p:ext>
            </p:extLst>
          </p:nvPr>
        </p:nvGraphicFramePr>
        <p:xfrm>
          <a:off x="838200" y="996022"/>
          <a:ext cx="10515600" cy="4810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4486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21C16C-6FA8-0E2F-1D84-F078830F35D0}"/>
              </a:ext>
            </a:extLst>
          </p:cNvPr>
          <p:cNvSpPr>
            <a:spLocks noGrp="1"/>
          </p:cNvSpPr>
          <p:nvPr>
            <p:ph type="title"/>
          </p:nvPr>
        </p:nvSpPr>
        <p:spPr>
          <a:xfrm>
            <a:off x="0" y="-8467"/>
            <a:ext cx="10515600" cy="975866"/>
          </a:xfrm>
        </p:spPr>
        <p:txBody>
          <a:bodyPr>
            <a:normAutofit/>
          </a:bodyPr>
          <a:lstStyle/>
          <a:p>
            <a:r>
              <a:rPr lang="en-US" dirty="0">
                <a:solidFill>
                  <a:srgbClr val="FFFFFF"/>
                </a:solidFill>
              </a:rPr>
              <a:t>Strategic Recommendations</a:t>
            </a:r>
          </a:p>
        </p:txBody>
      </p:sp>
      <p:sp>
        <p:nvSpPr>
          <p:cNvPr id="62" name="Arc 6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5" name="Content Placeholder 2">
            <a:extLst>
              <a:ext uri="{FF2B5EF4-FFF2-40B4-BE49-F238E27FC236}">
                <a16:creationId xmlns:a16="http://schemas.microsoft.com/office/drawing/2014/main" id="{9B952849-EEB2-56C3-68BE-FB2593C62DD7}"/>
              </a:ext>
            </a:extLst>
          </p:cNvPr>
          <p:cNvGraphicFramePr>
            <a:graphicFrameLocks noGrp="1"/>
          </p:cNvGraphicFramePr>
          <p:nvPr>
            <p:ph idx="1"/>
            <p:extLst>
              <p:ext uri="{D42A27DB-BD31-4B8C-83A1-F6EECF244321}">
                <p14:modId xmlns:p14="http://schemas.microsoft.com/office/powerpoint/2010/main" val="3241704608"/>
              </p:ext>
            </p:extLst>
          </p:nvPr>
        </p:nvGraphicFramePr>
        <p:xfrm>
          <a:off x="838200" y="1825624"/>
          <a:ext cx="10515600" cy="4547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3119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378000D2-0206-CDD8-69FD-809264C40CE3}"/>
              </a:ext>
            </a:extLst>
          </p:cNvPr>
          <p:cNvGraphicFramePr>
            <a:graphicFrameLocks noGrp="1"/>
          </p:cNvGraphicFramePr>
          <p:nvPr>
            <p:ph idx="1"/>
            <p:extLst>
              <p:ext uri="{D42A27DB-BD31-4B8C-83A1-F6EECF244321}">
                <p14:modId xmlns:p14="http://schemas.microsoft.com/office/powerpoint/2010/main" val="251705468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5549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7668</TotalTime>
  <Words>855</Words>
  <Application>Microsoft Office PowerPoint</Application>
  <PresentationFormat>Widescreen</PresentationFormat>
  <Paragraphs>99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Patient Readmission Prediction</vt:lpstr>
      <vt:lpstr>Agenda </vt:lpstr>
      <vt:lpstr>Introduction </vt:lpstr>
      <vt:lpstr>Objective </vt:lpstr>
      <vt:lpstr>Methodology &amp; Tools</vt:lpstr>
      <vt:lpstr>Missing Values</vt:lpstr>
      <vt:lpstr> Methodology &amp; Tools </vt:lpstr>
      <vt:lpstr>Analysis </vt:lpstr>
      <vt:lpstr>Demographics vs. Care Continuity</vt:lpstr>
      <vt:lpstr>Admission Distribution </vt:lpstr>
      <vt:lpstr>The Medication Burden &amp; Treatment Changes</vt:lpstr>
      <vt:lpstr>The Medication Burden &amp; Treatment Changes</vt:lpstr>
      <vt:lpstr>Age vs. Care Continuity</vt:lpstr>
      <vt:lpstr>Clinical Correlations </vt:lpstr>
      <vt:lpstr>PowerPoint Presentation</vt:lpstr>
      <vt:lpstr>Findings and Conclusion</vt:lpstr>
      <vt:lpstr>Strategic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Najat El ouafi</dc:creator>
  <cp:lastModifiedBy>Najat El ouafi</cp:lastModifiedBy>
  <cp:revision>2</cp:revision>
  <dcterms:created xsi:type="dcterms:W3CDTF">2026-05-18T01:41:12Z</dcterms:created>
  <dcterms:modified xsi:type="dcterms:W3CDTF">2026-05-30T02:34:37Z</dcterms:modified>
</cp:coreProperties>
</file>