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59" r:id="rId5"/>
    <p:sldId id="269" r:id="rId6"/>
    <p:sldId id="280" r:id="rId7"/>
    <p:sldId id="261" r:id="rId8"/>
    <p:sldId id="274" r:id="rId9"/>
    <p:sldId id="275" r:id="rId10"/>
    <p:sldId id="264" r:id="rId11"/>
    <p:sldId id="265" r:id="rId12"/>
    <p:sldId id="278" r:id="rId13"/>
    <p:sldId id="279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FCCB49-87DA-4209-B93D-8100391C64E0}" v="61" dt="2026-05-20T23:16:21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jat El ouafi" userId="de853e07ae128b6e" providerId="LiveId" clId="{4E7EEB76-965E-4D16-A9BF-12C2C671CE0D}"/>
    <pc:docChg chg="undo custSel addSld delSld modSld">
      <pc:chgData name="Najat El ouafi" userId="de853e07ae128b6e" providerId="LiveId" clId="{4E7EEB76-965E-4D16-A9BF-12C2C671CE0D}" dt="2026-05-20T23:27:09.008" v="1140"/>
      <pc:docMkLst>
        <pc:docMk/>
      </pc:docMkLst>
      <pc:sldChg chg="addSp modSp mod setBg addAnim">
        <pc:chgData name="Najat El ouafi" userId="de853e07ae128b6e" providerId="LiveId" clId="{4E7EEB76-965E-4D16-A9BF-12C2C671CE0D}" dt="2026-05-20T23:27:09.008" v="1140"/>
        <pc:sldMkLst>
          <pc:docMk/>
          <pc:sldMk cId="2475187984" sldId="256"/>
        </pc:sldMkLst>
        <pc:spChg chg="mod">
          <ac:chgData name="Najat El ouafi" userId="de853e07ae128b6e" providerId="LiveId" clId="{4E7EEB76-965E-4D16-A9BF-12C2C671CE0D}" dt="2026-05-20T23:27:09.004" v="1138" actId="26606"/>
          <ac:spMkLst>
            <pc:docMk/>
            <pc:sldMk cId="2475187984" sldId="256"/>
            <ac:spMk id="2" creationId="{1BF54FD3-CA46-3359-B17F-7B6AA1AF7916}"/>
          </ac:spMkLst>
        </pc:spChg>
        <pc:spChg chg="mod">
          <ac:chgData name="Najat El ouafi" userId="de853e07ae128b6e" providerId="LiveId" clId="{4E7EEB76-965E-4D16-A9BF-12C2C671CE0D}" dt="2026-05-20T23:27:09.004" v="1138" actId="26606"/>
          <ac:spMkLst>
            <pc:docMk/>
            <pc:sldMk cId="2475187984" sldId="256"/>
            <ac:spMk id="3" creationId="{558A93FA-32E0-6C71-3D5C-CE0BE0B86B11}"/>
          </ac:spMkLst>
        </pc:spChg>
        <pc:spChg chg="add">
          <ac:chgData name="Najat El ouafi" userId="de853e07ae128b6e" providerId="LiveId" clId="{4E7EEB76-965E-4D16-A9BF-12C2C671CE0D}" dt="2026-05-20T23:27:09.004" v="1138" actId="26606"/>
          <ac:spMkLst>
            <pc:docMk/>
            <pc:sldMk cId="2475187984" sldId="256"/>
            <ac:spMk id="8" creationId="{934F1179-B481-4F9E-BCA3-AFB972070F83}"/>
          </ac:spMkLst>
        </pc:spChg>
        <pc:spChg chg="add">
          <ac:chgData name="Najat El ouafi" userId="de853e07ae128b6e" providerId="LiveId" clId="{4E7EEB76-965E-4D16-A9BF-12C2C671CE0D}" dt="2026-05-20T23:27:09.004" v="1138" actId="26606"/>
          <ac:spMkLst>
            <pc:docMk/>
            <pc:sldMk cId="2475187984" sldId="256"/>
            <ac:spMk id="10" creationId="{827DC2C4-B485-428A-BF4A-472D2967F47F}"/>
          </ac:spMkLst>
        </pc:spChg>
        <pc:spChg chg="add">
          <ac:chgData name="Najat El ouafi" userId="de853e07ae128b6e" providerId="LiveId" clId="{4E7EEB76-965E-4D16-A9BF-12C2C671CE0D}" dt="2026-05-20T23:27:09.004" v="1138" actId="26606"/>
          <ac:spMkLst>
            <pc:docMk/>
            <pc:sldMk cId="2475187984" sldId="256"/>
            <ac:spMk id="12" creationId="{EE04B5EB-F158-4507-90DD-BD23620C7CC9}"/>
          </ac:spMkLst>
        </pc:spChg>
      </pc:sldChg>
      <pc:sldChg chg="addSp delSp modSp mod setBg">
        <pc:chgData name="Najat El ouafi" userId="de853e07ae128b6e" providerId="LiveId" clId="{4E7EEB76-965E-4D16-A9BF-12C2C671CE0D}" dt="2026-05-20T23:26:35.864" v="1136" actId="26606"/>
        <pc:sldMkLst>
          <pc:docMk/>
          <pc:sldMk cId="216782850" sldId="257"/>
        </pc:sldMkLst>
        <pc:spChg chg="mod">
          <ac:chgData name="Najat El ouafi" userId="de853e07ae128b6e" providerId="LiveId" clId="{4E7EEB76-965E-4D16-A9BF-12C2C671CE0D}" dt="2026-05-20T23:26:35.864" v="1136" actId="26606"/>
          <ac:spMkLst>
            <pc:docMk/>
            <pc:sldMk cId="216782850" sldId="257"/>
            <ac:spMk id="2" creationId="{E957D2EA-1E47-154B-17E0-64D23E2D23F3}"/>
          </ac:spMkLst>
        </pc:spChg>
        <pc:spChg chg="del">
          <ac:chgData name="Najat El ouafi" userId="de853e07ae128b6e" providerId="LiveId" clId="{4E7EEB76-965E-4D16-A9BF-12C2C671CE0D}" dt="2026-05-20T23:26:35.864" v="1136" actId="26606"/>
          <ac:spMkLst>
            <pc:docMk/>
            <pc:sldMk cId="216782850" sldId="257"/>
            <ac:spMk id="3" creationId="{3ABE0AA5-5D67-09A6-5600-4CD12908FB57}"/>
          </ac:spMkLst>
        </pc:spChg>
        <pc:spChg chg="add">
          <ac:chgData name="Najat El ouafi" userId="de853e07ae128b6e" providerId="LiveId" clId="{4E7EEB76-965E-4D16-A9BF-12C2C671CE0D}" dt="2026-05-20T23:26:35.864" v="1136" actId="26606"/>
          <ac:spMkLst>
            <pc:docMk/>
            <pc:sldMk cId="216782850" sldId="257"/>
            <ac:spMk id="9" creationId="{BACC6370-2D7E-4714-9D71-7542949D7D5D}"/>
          </ac:spMkLst>
        </pc:spChg>
        <pc:spChg chg="add">
          <ac:chgData name="Najat El ouafi" userId="de853e07ae128b6e" providerId="LiveId" clId="{4E7EEB76-965E-4D16-A9BF-12C2C671CE0D}" dt="2026-05-20T23:26:35.864" v="1136" actId="26606"/>
          <ac:spMkLst>
            <pc:docMk/>
            <pc:sldMk cId="216782850" sldId="257"/>
            <ac:spMk id="11" creationId="{256B2C21-A230-48C0-8DF1-C46611373C44}"/>
          </ac:spMkLst>
        </pc:spChg>
        <pc:spChg chg="add">
          <ac:chgData name="Najat El ouafi" userId="de853e07ae128b6e" providerId="LiveId" clId="{4E7EEB76-965E-4D16-A9BF-12C2C671CE0D}" dt="2026-05-20T23:26:35.864" v="1136" actId="26606"/>
          <ac:spMkLst>
            <pc:docMk/>
            <pc:sldMk cId="216782850" sldId="257"/>
            <ac:spMk id="13" creationId="{3847E18C-932D-4C95-AABA-FEC7C9499AD7}"/>
          </ac:spMkLst>
        </pc:spChg>
        <pc:spChg chg="add">
          <ac:chgData name="Najat El ouafi" userId="de853e07ae128b6e" providerId="LiveId" clId="{4E7EEB76-965E-4D16-A9BF-12C2C671CE0D}" dt="2026-05-20T23:26:35.864" v="1136" actId="26606"/>
          <ac:spMkLst>
            <pc:docMk/>
            <pc:sldMk cId="216782850" sldId="257"/>
            <ac:spMk id="15" creationId="{3150CB11-0C61-439E-910F-5787759E72A0}"/>
          </ac:spMkLst>
        </pc:spChg>
        <pc:spChg chg="add">
          <ac:chgData name="Najat El ouafi" userId="de853e07ae128b6e" providerId="LiveId" clId="{4E7EEB76-965E-4D16-A9BF-12C2C671CE0D}" dt="2026-05-20T23:26:35.864" v="1136" actId="26606"/>
          <ac:spMkLst>
            <pc:docMk/>
            <pc:sldMk cId="216782850" sldId="257"/>
            <ac:spMk id="17" creationId="{43F8A58B-5155-44CE-A5FF-7647B47D0A7A}"/>
          </ac:spMkLst>
        </pc:spChg>
        <pc:spChg chg="add">
          <ac:chgData name="Najat El ouafi" userId="de853e07ae128b6e" providerId="LiveId" clId="{4E7EEB76-965E-4D16-A9BF-12C2C671CE0D}" dt="2026-05-20T23:26:35.864" v="1136" actId="26606"/>
          <ac:spMkLst>
            <pc:docMk/>
            <pc:sldMk cId="216782850" sldId="257"/>
            <ac:spMk id="19" creationId="{443F2ACA-E6D6-4028-82DD-F03C262D5DE6}"/>
          </ac:spMkLst>
        </pc:spChg>
        <pc:graphicFrameChg chg="add">
          <ac:chgData name="Najat El ouafi" userId="de853e07ae128b6e" providerId="LiveId" clId="{4E7EEB76-965E-4D16-A9BF-12C2C671CE0D}" dt="2026-05-20T23:26:35.864" v="1136" actId="26606"/>
          <ac:graphicFrameMkLst>
            <pc:docMk/>
            <pc:sldMk cId="216782850" sldId="257"/>
            <ac:graphicFrameMk id="5" creationId="{CD45D8E0-F1FA-2616-3D6E-732E73576000}"/>
          </ac:graphicFrameMkLst>
        </pc:graphicFrameChg>
      </pc:sldChg>
      <pc:sldChg chg="modSp del mod">
        <pc:chgData name="Najat El ouafi" userId="de853e07ae128b6e" providerId="LiveId" clId="{4E7EEB76-965E-4D16-A9BF-12C2C671CE0D}" dt="2026-05-20T15:02:53.125" v="824" actId="47"/>
        <pc:sldMkLst>
          <pc:docMk/>
          <pc:sldMk cId="3179085323" sldId="258"/>
        </pc:sldMkLst>
      </pc:sldChg>
      <pc:sldChg chg="addSp delSp modSp mod setBg">
        <pc:chgData name="Najat El ouafi" userId="de853e07ae128b6e" providerId="LiveId" clId="{4E7EEB76-965E-4D16-A9BF-12C2C671CE0D}" dt="2026-05-20T23:19:20.618" v="1069" actId="26606"/>
        <pc:sldMkLst>
          <pc:docMk/>
          <pc:sldMk cId="1273177641" sldId="259"/>
        </pc:sldMkLst>
        <pc:spChg chg="mod">
          <ac:chgData name="Najat El ouafi" userId="de853e07ae128b6e" providerId="LiveId" clId="{4E7EEB76-965E-4D16-A9BF-12C2C671CE0D}" dt="2026-05-20T23:19:20.618" v="1069" actId="26606"/>
          <ac:spMkLst>
            <pc:docMk/>
            <pc:sldMk cId="1273177641" sldId="259"/>
            <ac:spMk id="2" creationId="{E82BDACE-153A-AF44-2917-67DA4263AF4D}"/>
          </ac:spMkLst>
        </pc:spChg>
        <pc:spChg chg="del mod">
          <ac:chgData name="Najat El ouafi" userId="de853e07ae128b6e" providerId="LiveId" clId="{4E7EEB76-965E-4D16-A9BF-12C2C671CE0D}" dt="2026-05-20T23:19:20.618" v="1069" actId="26606"/>
          <ac:spMkLst>
            <pc:docMk/>
            <pc:sldMk cId="1273177641" sldId="259"/>
            <ac:spMk id="3" creationId="{2D717D79-DE78-F0DF-5187-53275BF2633D}"/>
          </ac:spMkLst>
        </pc:spChg>
        <pc:spChg chg="add mod">
          <ac:chgData name="Najat El ouafi" userId="de853e07ae128b6e" providerId="LiveId" clId="{4E7EEB76-965E-4D16-A9BF-12C2C671CE0D}" dt="2026-05-20T13:58:59.655" v="542"/>
          <ac:spMkLst>
            <pc:docMk/>
            <pc:sldMk cId="1273177641" sldId="259"/>
            <ac:spMk id="4" creationId="{335CCED3-48D7-9F61-8DD7-AE300D8A9775}"/>
          </ac:spMkLst>
        </pc:spChg>
        <pc:spChg chg="add">
          <ac:chgData name="Najat El ouafi" userId="de853e07ae128b6e" providerId="LiveId" clId="{4E7EEB76-965E-4D16-A9BF-12C2C671CE0D}" dt="2026-05-20T23:19:20.618" v="1069" actId="26606"/>
          <ac:spMkLst>
            <pc:docMk/>
            <pc:sldMk cId="1273177641" sldId="259"/>
            <ac:spMk id="9" creationId="{BACC6370-2D7E-4714-9D71-7542949D7D5D}"/>
          </ac:spMkLst>
        </pc:spChg>
        <pc:spChg chg="add">
          <ac:chgData name="Najat El ouafi" userId="de853e07ae128b6e" providerId="LiveId" clId="{4E7EEB76-965E-4D16-A9BF-12C2C671CE0D}" dt="2026-05-20T23:19:20.618" v="1069" actId="26606"/>
          <ac:spMkLst>
            <pc:docMk/>
            <pc:sldMk cId="1273177641" sldId="259"/>
            <ac:spMk id="11" creationId="{256B2C21-A230-48C0-8DF1-C46611373C44}"/>
          </ac:spMkLst>
        </pc:spChg>
        <pc:spChg chg="add">
          <ac:chgData name="Najat El ouafi" userId="de853e07ae128b6e" providerId="LiveId" clId="{4E7EEB76-965E-4D16-A9BF-12C2C671CE0D}" dt="2026-05-20T23:19:20.618" v="1069" actId="26606"/>
          <ac:spMkLst>
            <pc:docMk/>
            <pc:sldMk cId="1273177641" sldId="259"/>
            <ac:spMk id="13" creationId="{3847E18C-932D-4C95-AABA-FEC7C9499AD7}"/>
          </ac:spMkLst>
        </pc:spChg>
        <pc:spChg chg="add">
          <ac:chgData name="Najat El ouafi" userId="de853e07ae128b6e" providerId="LiveId" clId="{4E7EEB76-965E-4D16-A9BF-12C2C671CE0D}" dt="2026-05-20T23:19:20.618" v="1069" actId="26606"/>
          <ac:spMkLst>
            <pc:docMk/>
            <pc:sldMk cId="1273177641" sldId="259"/>
            <ac:spMk id="15" creationId="{3150CB11-0C61-439E-910F-5787759E72A0}"/>
          </ac:spMkLst>
        </pc:spChg>
        <pc:spChg chg="add">
          <ac:chgData name="Najat El ouafi" userId="de853e07ae128b6e" providerId="LiveId" clId="{4E7EEB76-965E-4D16-A9BF-12C2C671CE0D}" dt="2026-05-20T23:19:20.618" v="1069" actId="26606"/>
          <ac:spMkLst>
            <pc:docMk/>
            <pc:sldMk cId="1273177641" sldId="259"/>
            <ac:spMk id="17" creationId="{43F8A58B-5155-44CE-A5FF-7647B47D0A7A}"/>
          </ac:spMkLst>
        </pc:spChg>
        <pc:spChg chg="add">
          <ac:chgData name="Najat El ouafi" userId="de853e07ae128b6e" providerId="LiveId" clId="{4E7EEB76-965E-4D16-A9BF-12C2C671CE0D}" dt="2026-05-20T23:19:20.618" v="1069" actId="26606"/>
          <ac:spMkLst>
            <pc:docMk/>
            <pc:sldMk cId="1273177641" sldId="259"/>
            <ac:spMk id="19" creationId="{443F2ACA-E6D6-4028-82DD-F03C262D5DE6}"/>
          </ac:spMkLst>
        </pc:spChg>
        <pc:graphicFrameChg chg="add">
          <ac:chgData name="Najat El ouafi" userId="de853e07ae128b6e" providerId="LiveId" clId="{4E7EEB76-965E-4D16-A9BF-12C2C671CE0D}" dt="2026-05-20T23:19:20.618" v="1069" actId="26606"/>
          <ac:graphicFrameMkLst>
            <pc:docMk/>
            <pc:sldMk cId="1273177641" sldId="259"/>
            <ac:graphicFrameMk id="5" creationId="{F5DF75DD-2FE0-35F3-9A0C-559DA89F2542}"/>
          </ac:graphicFrameMkLst>
        </pc:graphicFrameChg>
      </pc:sldChg>
      <pc:sldChg chg="addSp delSp modSp mod setBg">
        <pc:chgData name="Najat El ouafi" userId="de853e07ae128b6e" providerId="LiveId" clId="{4E7EEB76-965E-4D16-A9BF-12C2C671CE0D}" dt="2026-05-20T23:20:30.453" v="1077" actId="26606"/>
        <pc:sldMkLst>
          <pc:docMk/>
          <pc:sldMk cId="877295859" sldId="261"/>
        </pc:sldMkLst>
        <pc:spChg chg="mod ord">
          <ac:chgData name="Najat El ouafi" userId="de853e07ae128b6e" providerId="LiveId" clId="{4E7EEB76-965E-4D16-A9BF-12C2C671CE0D}" dt="2026-05-20T23:20:30.453" v="1077" actId="26606"/>
          <ac:spMkLst>
            <pc:docMk/>
            <pc:sldMk cId="877295859" sldId="261"/>
            <ac:spMk id="2" creationId="{FE1BBE20-D990-443C-3BE9-373C700B5AA8}"/>
          </ac:spMkLst>
        </pc:spChg>
        <pc:spChg chg="del mod">
          <ac:chgData name="Najat El ouafi" userId="de853e07ae128b6e" providerId="LiveId" clId="{4E7EEB76-965E-4D16-A9BF-12C2C671CE0D}" dt="2026-05-20T01:09:59.755" v="344" actId="22"/>
          <ac:spMkLst>
            <pc:docMk/>
            <pc:sldMk cId="877295859" sldId="261"/>
            <ac:spMk id="3" creationId="{B4A86A9F-59FC-77D6-8947-C024B9C0E47C}"/>
          </ac:spMkLst>
        </pc:spChg>
        <pc:spChg chg="add del">
          <ac:chgData name="Najat El ouafi" userId="de853e07ae128b6e" providerId="LiveId" clId="{4E7EEB76-965E-4D16-A9BF-12C2C671CE0D}" dt="2026-05-20T23:20:30.439" v="1076" actId="26606"/>
          <ac:spMkLst>
            <pc:docMk/>
            <pc:sldMk cId="877295859" sldId="261"/>
            <ac:spMk id="9" creationId="{9F81BCDE-CE3D-A560-48E2-1A8832504144}"/>
          </ac:spMkLst>
        </pc:spChg>
        <pc:spChg chg="add del">
          <ac:chgData name="Najat El ouafi" userId="de853e07ae128b6e" providerId="LiveId" clId="{4E7EEB76-965E-4D16-A9BF-12C2C671CE0D}" dt="2026-05-20T23:20:09.207" v="1072" actId="26606"/>
          <ac:spMkLst>
            <pc:docMk/>
            <pc:sldMk cId="877295859" sldId="261"/>
            <ac:spMk id="10" creationId="{37C89E4B-3C9F-44B9-8B86-D9E3D112D8EC}"/>
          </ac:spMkLst>
        </pc:spChg>
        <pc:spChg chg="add del">
          <ac:chgData name="Najat El ouafi" userId="de853e07ae128b6e" providerId="LiveId" clId="{4E7EEB76-965E-4D16-A9BF-12C2C671CE0D}" dt="2026-05-20T23:20:15.973" v="1074" actId="26606"/>
          <ac:spMkLst>
            <pc:docMk/>
            <pc:sldMk cId="877295859" sldId="261"/>
            <ac:spMk id="16" creationId="{CBF9EBB4-5078-47B2-AAA0-DF4A88D8182A}"/>
          </ac:spMkLst>
        </pc:spChg>
        <pc:spChg chg="add del">
          <ac:chgData name="Najat El ouafi" userId="de853e07ae128b6e" providerId="LiveId" clId="{4E7EEB76-965E-4D16-A9BF-12C2C671CE0D}" dt="2026-05-20T23:20:15.973" v="1074" actId="26606"/>
          <ac:spMkLst>
            <pc:docMk/>
            <pc:sldMk cId="877295859" sldId="261"/>
            <ac:spMk id="17" creationId="{A34066D6-1B59-4642-A86D-39464CEE971B}"/>
          </ac:spMkLst>
        </pc:spChg>
        <pc:spChg chg="add del">
          <ac:chgData name="Najat El ouafi" userId="de853e07ae128b6e" providerId="LiveId" clId="{4E7EEB76-965E-4D16-A9BF-12C2C671CE0D}" dt="2026-05-20T23:20:15.973" v="1074" actId="26606"/>
          <ac:spMkLst>
            <pc:docMk/>
            <pc:sldMk cId="877295859" sldId="261"/>
            <ac:spMk id="18" creationId="{18E928D9-3091-4385-B979-265D55AD02CE}"/>
          </ac:spMkLst>
        </pc:spChg>
        <pc:spChg chg="add del">
          <ac:chgData name="Najat El ouafi" userId="de853e07ae128b6e" providerId="LiveId" clId="{4E7EEB76-965E-4D16-A9BF-12C2C671CE0D}" dt="2026-05-20T23:20:15.973" v="1074" actId="26606"/>
          <ac:spMkLst>
            <pc:docMk/>
            <pc:sldMk cId="877295859" sldId="261"/>
            <ac:spMk id="19" creationId="{7D602432-D774-4CF5-94E8-7D52D01059D2}"/>
          </ac:spMkLst>
        </pc:spChg>
        <pc:spChg chg="add del">
          <ac:chgData name="Najat El ouafi" userId="de853e07ae128b6e" providerId="LiveId" clId="{4E7EEB76-965E-4D16-A9BF-12C2C671CE0D}" dt="2026-05-20T23:20:30.439" v="1076" actId="26606"/>
          <ac:spMkLst>
            <pc:docMk/>
            <pc:sldMk cId="877295859" sldId="261"/>
            <ac:spMk id="21" creationId="{94E4D846-3AFC-4F86-8C35-24B0542A269D}"/>
          </ac:spMkLst>
        </pc:spChg>
        <pc:spChg chg="add del">
          <ac:chgData name="Najat El ouafi" userId="de853e07ae128b6e" providerId="LiveId" clId="{4E7EEB76-965E-4D16-A9BF-12C2C671CE0D}" dt="2026-05-20T23:20:30.439" v="1076" actId="26606"/>
          <ac:spMkLst>
            <pc:docMk/>
            <pc:sldMk cId="877295859" sldId="261"/>
            <ac:spMk id="22" creationId="{284781B9-12CB-45C3-907A-9ED93FF72C65}"/>
          </ac:spMkLst>
        </pc:spChg>
        <pc:spChg chg="add del">
          <ac:chgData name="Najat El ouafi" userId="de853e07ae128b6e" providerId="LiveId" clId="{4E7EEB76-965E-4D16-A9BF-12C2C671CE0D}" dt="2026-05-20T23:20:30.439" v="1076" actId="26606"/>
          <ac:spMkLst>
            <pc:docMk/>
            <pc:sldMk cId="877295859" sldId="261"/>
            <ac:spMk id="23" creationId="{55D4142C-5077-457F-A6AD-3FECFDB39685}"/>
          </ac:spMkLst>
        </pc:spChg>
        <pc:spChg chg="add del">
          <ac:chgData name="Najat El ouafi" userId="de853e07ae128b6e" providerId="LiveId" clId="{4E7EEB76-965E-4D16-A9BF-12C2C671CE0D}" dt="2026-05-20T23:20:30.439" v="1076" actId="26606"/>
          <ac:spMkLst>
            <pc:docMk/>
            <pc:sldMk cId="877295859" sldId="261"/>
            <ac:spMk id="24" creationId="{7A5F0580-5EE9-419F-96EE-B6529EF6E7D0}"/>
          </ac:spMkLst>
        </pc:spChg>
        <pc:spChg chg="add">
          <ac:chgData name="Najat El ouafi" userId="de853e07ae128b6e" providerId="LiveId" clId="{4E7EEB76-965E-4D16-A9BF-12C2C671CE0D}" dt="2026-05-20T23:20:30.453" v="1077" actId="26606"/>
          <ac:spMkLst>
            <pc:docMk/>
            <pc:sldMk cId="877295859" sldId="261"/>
            <ac:spMk id="26" creationId="{A8384FB5-9ADC-4DDC-881B-597D56F5B15D}"/>
          </ac:spMkLst>
        </pc:spChg>
        <pc:spChg chg="add">
          <ac:chgData name="Najat El ouafi" userId="de853e07ae128b6e" providerId="LiveId" clId="{4E7EEB76-965E-4D16-A9BF-12C2C671CE0D}" dt="2026-05-20T23:20:30.453" v="1077" actId="26606"/>
          <ac:spMkLst>
            <pc:docMk/>
            <pc:sldMk cId="877295859" sldId="261"/>
            <ac:spMk id="27" creationId="{91E5A9A7-95C6-4F4F-B00E-C82E07FE62EF}"/>
          </ac:spMkLst>
        </pc:spChg>
        <pc:spChg chg="add">
          <ac:chgData name="Najat El ouafi" userId="de853e07ae128b6e" providerId="LiveId" clId="{4E7EEB76-965E-4D16-A9BF-12C2C671CE0D}" dt="2026-05-20T23:20:30.453" v="1077" actId="26606"/>
          <ac:spMkLst>
            <pc:docMk/>
            <pc:sldMk cId="877295859" sldId="261"/>
            <ac:spMk id="28" creationId="{D07DD2DE-F619-49DD-B5E7-03A290FF4ED1}"/>
          </ac:spMkLst>
        </pc:spChg>
        <pc:spChg chg="add">
          <ac:chgData name="Najat El ouafi" userId="de853e07ae128b6e" providerId="LiveId" clId="{4E7EEB76-965E-4D16-A9BF-12C2C671CE0D}" dt="2026-05-20T23:20:30.453" v="1077" actId="26606"/>
          <ac:spMkLst>
            <pc:docMk/>
            <pc:sldMk cId="877295859" sldId="261"/>
            <ac:spMk id="29" creationId="{85149191-5F60-4A28-AAFF-039F96B0F3EC}"/>
          </ac:spMkLst>
        </pc:spChg>
        <pc:spChg chg="add">
          <ac:chgData name="Najat El ouafi" userId="de853e07ae128b6e" providerId="LiveId" clId="{4E7EEB76-965E-4D16-A9BF-12C2C671CE0D}" dt="2026-05-20T23:20:30.453" v="1077" actId="26606"/>
          <ac:spMkLst>
            <pc:docMk/>
            <pc:sldMk cId="877295859" sldId="261"/>
            <ac:spMk id="30" creationId="{F8260ED5-17F7-4158-B241-D51DD4CF1B7E}"/>
          </ac:spMkLst>
        </pc:spChg>
        <pc:picChg chg="add mod ord">
          <ac:chgData name="Najat El ouafi" userId="de853e07ae128b6e" providerId="LiveId" clId="{4E7EEB76-965E-4D16-A9BF-12C2C671CE0D}" dt="2026-05-20T23:20:30.453" v="1077" actId="26606"/>
          <ac:picMkLst>
            <pc:docMk/>
            <pc:sldMk cId="877295859" sldId="261"/>
            <ac:picMk id="5" creationId="{DDF0E9F8-632E-6945-B08F-49BA3A6D5D4B}"/>
          </ac:picMkLst>
        </pc:picChg>
        <pc:cxnChg chg="add del">
          <ac:chgData name="Najat El ouafi" userId="de853e07ae128b6e" providerId="LiveId" clId="{4E7EEB76-965E-4D16-A9BF-12C2C671CE0D}" dt="2026-05-20T23:20:09.207" v="1072" actId="26606"/>
          <ac:cxnSpMkLst>
            <pc:docMk/>
            <pc:sldMk cId="877295859" sldId="261"/>
            <ac:cxnSpMk id="12" creationId="{AA2EAA10-076F-46BD-8F0F-B9A2FB77A85C}"/>
          </ac:cxnSpMkLst>
        </pc:cxnChg>
        <pc:cxnChg chg="add del">
          <ac:chgData name="Najat El ouafi" userId="de853e07ae128b6e" providerId="LiveId" clId="{4E7EEB76-965E-4D16-A9BF-12C2C671CE0D}" dt="2026-05-20T23:20:09.207" v="1072" actId="26606"/>
          <ac:cxnSpMkLst>
            <pc:docMk/>
            <pc:sldMk cId="877295859" sldId="261"/>
            <ac:cxnSpMk id="14" creationId="{D891E407-403B-4764-86C9-33A56D3BCAA3}"/>
          </ac:cxnSpMkLst>
        </pc:cxnChg>
      </pc:sldChg>
      <pc:sldChg chg="addSp delSp modSp del mod">
        <pc:chgData name="Najat El ouafi" userId="de853e07ae128b6e" providerId="LiveId" clId="{4E7EEB76-965E-4D16-A9BF-12C2C671CE0D}" dt="2026-05-20T14:06:43.832" v="630" actId="47"/>
        <pc:sldMkLst>
          <pc:docMk/>
          <pc:sldMk cId="83762831" sldId="262"/>
        </pc:sldMkLst>
        <pc:spChg chg="mod">
          <ac:chgData name="Najat El ouafi" userId="de853e07ae128b6e" providerId="LiveId" clId="{4E7EEB76-965E-4D16-A9BF-12C2C671CE0D}" dt="2026-05-20T14:03:52.968" v="622" actId="122"/>
          <ac:spMkLst>
            <pc:docMk/>
            <pc:sldMk cId="83762831" sldId="262"/>
            <ac:spMk id="2" creationId="{B88956C6-0C01-DBA9-B823-CBF63A2B2A04}"/>
          </ac:spMkLst>
        </pc:spChg>
        <pc:spChg chg="mod">
          <ac:chgData name="Najat El ouafi" userId="de853e07ae128b6e" providerId="LiveId" clId="{4E7EEB76-965E-4D16-A9BF-12C2C671CE0D}" dt="2026-05-20T14:04:35.231" v="624" actId="27636"/>
          <ac:spMkLst>
            <pc:docMk/>
            <pc:sldMk cId="83762831" sldId="262"/>
            <ac:spMk id="3" creationId="{E7B115A8-6C11-D25E-1C0B-3F53FD922178}"/>
          </ac:spMkLst>
        </pc:spChg>
        <pc:graphicFrameChg chg="add del modGraphic">
          <ac:chgData name="Najat El ouafi" userId="de853e07ae128b6e" providerId="LiveId" clId="{4E7EEB76-965E-4D16-A9BF-12C2C671CE0D}" dt="2026-05-20T14:06:30.915" v="629" actId="27309"/>
          <ac:graphicFrameMkLst>
            <pc:docMk/>
            <pc:sldMk cId="83762831" sldId="262"/>
            <ac:graphicFrameMk id="5" creationId="{7CEBA375-D07C-18CB-2C54-56F07A3028F5}"/>
          </ac:graphicFrameMkLst>
        </pc:graphicFrameChg>
      </pc:sldChg>
      <pc:sldChg chg="modSp del mod">
        <pc:chgData name="Najat El ouafi" userId="de853e07ae128b6e" providerId="LiveId" clId="{4E7EEB76-965E-4D16-A9BF-12C2C671CE0D}" dt="2026-05-20T14:06:09.864" v="627" actId="47"/>
        <pc:sldMkLst>
          <pc:docMk/>
          <pc:sldMk cId="2465896437" sldId="263"/>
        </pc:sldMkLst>
      </pc:sldChg>
      <pc:sldChg chg="addSp modSp mod setBg">
        <pc:chgData name="Najat El ouafi" userId="de853e07ae128b6e" providerId="LiveId" clId="{4E7EEB76-965E-4D16-A9BF-12C2C671CE0D}" dt="2026-05-20T23:22:28.060" v="1083" actId="26606"/>
        <pc:sldMkLst>
          <pc:docMk/>
          <pc:sldMk cId="1389731666" sldId="264"/>
        </pc:sldMkLst>
        <pc:spChg chg="mod">
          <ac:chgData name="Najat El ouafi" userId="de853e07ae128b6e" providerId="LiveId" clId="{4E7EEB76-965E-4D16-A9BF-12C2C671CE0D}" dt="2026-05-20T23:22:28.060" v="1083" actId="26606"/>
          <ac:spMkLst>
            <pc:docMk/>
            <pc:sldMk cId="1389731666" sldId="264"/>
            <ac:spMk id="2" creationId="{85A60FE3-4858-64D3-B078-BDBD253425ED}"/>
          </ac:spMkLst>
        </pc:spChg>
        <pc:spChg chg="mod">
          <ac:chgData name="Najat El ouafi" userId="de853e07ae128b6e" providerId="LiveId" clId="{4E7EEB76-965E-4D16-A9BF-12C2C671CE0D}" dt="2026-05-20T23:22:28.060" v="1083" actId="26606"/>
          <ac:spMkLst>
            <pc:docMk/>
            <pc:sldMk cId="1389731666" sldId="264"/>
            <ac:spMk id="3" creationId="{D0E7C393-A438-985F-8979-DE54D6F00185}"/>
          </ac:spMkLst>
        </pc:spChg>
        <pc:spChg chg="add">
          <ac:chgData name="Najat El ouafi" userId="de853e07ae128b6e" providerId="LiveId" clId="{4E7EEB76-965E-4D16-A9BF-12C2C671CE0D}" dt="2026-05-20T23:22:28.060" v="1083" actId="26606"/>
          <ac:spMkLst>
            <pc:docMk/>
            <pc:sldMk cId="1389731666" sldId="264"/>
            <ac:spMk id="10" creationId="{2B97F24A-32CE-4C1C-A50D-3016B394DCFB}"/>
          </ac:spMkLst>
        </pc:spChg>
        <pc:spChg chg="add">
          <ac:chgData name="Najat El ouafi" userId="de853e07ae128b6e" providerId="LiveId" clId="{4E7EEB76-965E-4D16-A9BF-12C2C671CE0D}" dt="2026-05-20T23:22:28.060" v="1083" actId="26606"/>
          <ac:spMkLst>
            <pc:docMk/>
            <pc:sldMk cId="1389731666" sldId="264"/>
            <ac:spMk id="12" creationId="{CD8B4F24-440B-49E9-B85D-733523DC064B}"/>
          </ac:spMkLst>
        </pc:spChg>
        <pc:picChg chg="add mod">
          <ac:chgData name="Najat El ouafi" userId="de853e07ae128b6e" providerId="LiveId" clId="{4E7EEB76-965E-4D16-A9BF-12C2C671CE0D}" dt="2026-05-20T23:22:28.060" v="1083" actId="26606"/>
          <ac:picMkLst>
            <pc:docMk/>
            <pc:sldMk cId="1389731666" sldId="264"/>
            <ac:picMk id="5" creationId="{CD227B82-CEF9-946D-1CFC-39D61FEE2FF2}"/>
          </ac:picMkLst>
        </pc:picChg>
      </pc:sldChg>
      <pc:sldChg chg="addSp modSp mod setBg">
        <pc:chgData name="Najat El ouafi" userId="de853e07ae128b6e" providerId="LiveId" clId="{4E7EEB76-965E-4D16-A9BF-12C2C671CE0D}" dt="2026-05-20T23:22:40.855" v="1084" actId="26606"/>
        <pc:sldMkLst>
          <pc:docMk/>
          <pc:sldMk cId="334591349" sldId="265"/>
        </pc:sldMkLst>
        <pc:spChg chg="mod">
          <ac:chgData name="Najat El ouafi" userId="de853e07ae128b6e" providerId="LiveId" clId="{4E7EEB76-965E-4D16-A9BF-12C2C671CE0D}" dt="2026-05-20T23:22:40.855" v="1084" actId="26606"/>
          <ac:spMkLst>
            <pc:docMk/>
            <pc:sldMk cId="334591349" sldId="265"/>
            <ac:spMk id="2" creationId="{14E8C0C3-4E8C-5C66-4C01-87DDABC0F742}"/>
          </ac:spMkLst>
        </pc:spChg>
        <pc:spChg chg="mod">
          <ac:chgData name="Najat El ouafi" userId="de853e07ae128b6e" providerId="LiveId" clId="{4E7EEB76-965E-4D16-A9BF-12C2C671CE0D}" dt="2026-05-20T23:22:40.855" v="1084" actId="26606"/>
          <ac:spMkLst>
            <pc:docMk/>
            <pc:sldMk cId="334591349" sldId="265"/>
            <ac:spMk id="3" creationId="{C925DF60-BE29-55B2-E90B-4BB31CBB5487}"/>
          </ac:spMkLst>
        </pc:spChg>
        <pc:spChg chg="add">
          <ac:chgData name="Najat El ouafi" userId="de853e07ae128b6e" providerId="LiveId" clId="{4E7EEB76-965E-4D16-A9BF-12C2C671CE0D}" dt="2026-05-20T23:22:40.855" v="1084" actId="26606"/>
          <ac:spMkLst>
            <pc:docMk/>
            <pc:sldMk cId="334591349" sldId="265"/>
            <ac:spMk id="10" creationId="{2B97F24A-32CE-4C1C-A50D-3016B394DCFB}"/>
          </ac:spMkLst>
        </pc:spChg>
        <pc:spChg chg="add">
          <ac:chgData name="Najat El ouafi" userId="de853e07ae128b6e" providerId="LiveId" clId="{4E7EEB76-965E-4D16-A9BF-12C2C671CE0D}" dt="2026-05-20T23:22:40.855" v="1084" actId="26606"/>
          <ac:spMkLst>
            <pc:docMk/>
            <pc:sldMk cId="334591349" sldId="265"/>
            <ac:spMk id="12" creationId="{CD8B4F24-440B-49E9-B85D-733523DC064B}"/>
          </ac:spMkLst>
        </pc:spChg>
        <pc:picChg chg="add mod">
          <ac:chgData name="Najat El ouafi" userId="de853e07ae128b6e" providerId="LiveId" clId="{4E7EEB76-965E-4D16-A9BF-12C2C671CE0D}" dt="2026-05-20T23:22:40.855" v="1084" actId="26606"/>
          <ac:picMkLst>
            <pc:docMk/>
            <pc:sldMk cId="334591349" sldId="265"/>
            <ac:picMk id="5" creationId="{86B39E94-D4F6-9121-E352-26977029965C}"/>
          </ac:picMkLst>
        </pc:picChg>
      </pc:sldChg>
      <pc:sldChg chg="modSp del mod">
        <pc:chgData name="Najat El ouafi" userId="de853e07ae128b6e" providerId="LiveId" clId="{4E7EEB76-965E-4D16-A9BF-12C2C671CE0D}" dt="2026-05-20T14:59:57.604" v="787" actId="47"/>
        <pc:sldMkLst>
          <pc:docMk/>
          <pc:sldMk cId="4222015291" sldId="266"/>
        </pc:sldMkLst>
        <pc:spChg chg="mod">
          <ac:chgData name="Najat El ouafi" userId="de853e07ae128b6e" providerId="LiveId" clId="{4E7EEB76-965E-4D16-A9BF-12C2C671CE0D}" dt="2026-05-20T14:25:32.330" v="636" actId="20577"/>
          <ac:spMkLst>
            <pc:docMk/>
            <pc:sldMk cId="4222015291" sldId="266"/>
            <ac:spMk id="2" creationId="{4FD32F4C-D264-E85E-1BF1-0732551E8713}"/>
          </ac:spMkLst>
        </pc:spChg>
        <pc:spChg chg="mod">
          <ac:chgData name="Najat El ouafi" userId="de853e07ae128b6e" providerId="LiveId" clId="{4E7EEB76-965E-4D16-A9BF-12C2C671CE0D}" dt="2026-05-20T14:25:57.184" v="639" actId="14100"/>
          <ac:spMkLst>
            <pc:docMk/>
            <pc:sldMk cId="4222015291" sldId="266"/>
            <ac:spMk id="3" creationId="{2B951889-8EFF-C17F-367E-5330AA9DA986}"/>
          </ac:spMkLst>
        </pc:spChg>
      </pc:sldChg>
      <pc:sldChg chg="modSp del">
        <pc:chgData name="Najat El ouafi" userId="de853e07ae128b6e" providerId="LiveId" clId="{4E7EEB76-965E-4D16-A9BF-12C2C671CE0D}" dt="2026-05-20T16:58:49.120" v="828" actId="47"/>
        <pc:sldMkLst>
          <pc:docMk/>
          <pc:sldMk cId="4195104860" sldId="267"/>
        </pc:sldMkLst>
      </pc:sldChg>
      <pc:sldChg chg="modSp new del">
        <pc:chgData name="Najat El ouafi" userId="de853e07ae128b6e" providerId="LiveId" clId="{4E7EEB76-965E-4D16-A9BF-12C2C671CE0D}" dt="2026-05-20T16:59:43.615" v="829" actId="47"/>
        <pc:sldMkLst>
          <pc:docMk/>
          <pc:sldMk cId="355783019" sldId="268"/>
        </pc:sldMkLst>
      </pc:sldChg>
      <pc:sldChg chg="addSp delSp modSp new mod setBg">
        <pc:chgData name="Najat El ouafi" userId="de853e07ae128b6e" providerId="LiveId" clId="{4E7EEB76-965E-4D16-A9BF-12C2C671CE0D}" dt="2026-05-20T23:19:08.543" v="1068" actId="26606"/>
        <pc:sldMkLst>
          <pc:docMk/>
          <pc:sldMk cId="3718009897" sldId="269"/>
        </pc:sldMkLst>
        <pc:spChg chg="mod">
          <ac:chgData name="Najat El ouafi" userId="de853e07ae128b6e" providerId="LiveId" clId="{4E7EEB76-965E-4D16-A9BF-12C2C671CE0D}" dt="2026-05-20T23:19:08.543" v="1068" actId="26606"/>
          <ac:spMkLst>
            <pc:docMk/>
            <pc:sldMk cId="3718009897" sldId="269"/>
            <ac:spMk id="2" creationId="{7D2F1CFE-6EDC-1F0B-6F22-985A470B6EB3}"/>
          </ac:spMkLst>
        </pc:spChg>
        <pc:spChg chg="del mod">
          <ac:chgData name="Najat El ouafi" userId="de853e07ae128b6e" providerId="LiveId" clId="{4E7EEB76-965E-4D16-A9BF-12C2C671CE0D}" dt="2026-05-20T23:19:08.543" v="1068" actId="26606"/>
          <ac:spMkLst>
            <pc:docMk/>
            <pc:sldMk cId="3718009897" sldId="269"/>
            <ac:spMk id="3" creationId="{6F807052-A8B0-61EF-BB9C-13F9E501BFA9}"/>
          </ac:spMkLst>
        </pc:spChg>
        <pc:spChg chg="add">
          <ac:chgData name="Najat El ouafi" userId="de853e07ae128b6e" providerId="LiveId" clId="{4E7EEB76-965E-4D16-A9BF-12C2C671CE0D}" dt="2026-05-20T23:19:08.543" v="1068" actId="26606"/>
          <ac:spMkLst>
            <pc:docMk/>
            <pc:sldMk cId="3718009897" sldId="269"/>
            <ac:spMk id="9" creationId="{BACC6370-2D7E-4714-9D71-7542949D7D5D}"/>
          </ac:spMkLst>
        </pc:spChg>
        <pc:spChg chg="add">
          <ac:chgData name="Najat El ouafi" userId="de853e07ae128b6e" providerId="LiveId" clId="{4E7EEB76-965E-4D16-A9BF-12C2C671CE0D}" dt="2026-05-20T23:19:08.543" v="1068" actId="26606"/>
          <ac:spMkLst>
            <pc:docMk/>
            <pc:sldMk cId="3718009897" sldId="269"/>
            <ac:spMk id="11" creationId="{256B2C21-A230-48C0-8DF1-C46611373C44}"/>
          </ac:spMkLst>
        </pc:spChg>
        <pc:spChg chg="add">
          <ac:chgData name="Najat El ouafi" userId="de853e07ae128b6e" providerId="LiveId" clId="{4E7EEB76-965E-4D16-A9BF-12C2C671CE0D}" dt="2026-05-20T23:19:08.543" v="1068" actId="26606"/>
          <ac:spMkLst>
            <pc:docMk/>
            <pc:sldMk cId="3718009897" sldId="269"/>
            <ac:spMk id="13" creationId="{3847E18C-932D-4C95-AABA-FEC7C9499AD7}"/>
          </ac:spMkLst>
        </pc:spChg>
        <pc:spChg chg="add">
          <ac:chgData name="Najat El ouafi" userId="de853e07ae128b6e" providerId="LiveId" clId="{4E7EEB76-965E-4D16-A9BF-12C2C671CE0D}" dt="2026-05-20T23:19:08.543" v="1068" actId="26606"/>
          <ac:spMkLst>
            <pc:docMk/>
            <pc:sldMk cId="3718009897" sldId="269"/>
            <ac:spMk id="15" creationId="{3150CB11-0C61-439E-910F-5787759E72A0}"/>
          </ac:spMkLst>
        </pc:spChg>
        <pc:spChg chg="add">
          <ac:chgData name="Najat El ouafi" userId="de853e07ae128b6e" providerId="LiveId" clId="{4E7EEB76-965E-4D16-A9BF-12C2C671CE0D}" dt="2026-05-20T23:19:08.543" v="1068" actId="26606"/>
          <ac:spMkLst>
            <pc:docMk/>
            <pc:sldMk cId="3718009897" sldId="269"/>
            <ac:spMk id="17" creationId="{43F8A58B-5155-44CE-A5FF-7647B47D0A7A}"/>
          </ac:spMkLst>
        </pc:spChg>
        <pc:spChg chg="add">
          <ac:chgData name="Najat El ouafi" userId="de853e07ae128b6e" providerId="LiveId" clId="{4E7EEB76-965E-4D16-A9BF-12C2C671CE0D}" dt="2026-05-20T23:19:08.543" v="1068" actId="26606"/>
          <ac:spMkLst>
            <pc:docMk/>
            <pc:sldMk cId="3718009897" sldId="269"/>
            <ac:spMk id="19" creationId="{443F2ACA-E6D6-4028-82DD-F03C262D5DE6}"/>
          </ac:spMkLst>
        </pc:spChg>
        <pc:graphicFrameChg chg="add">
          <ac:chgData name="Najat El ouafi" userId="de853e07ae128b6e" providerId="LiveId" clId="{4E7EEB76-965E-4D16-A9BF-12C2C671CE0D}" dt="2026-05-20T23:19:08.543" v="1068" actId="26606"/>
          <ac:graphicFrameMkLst>
            <pc:docMk/>
            <pc:sldMk cId="3718009897" sldId="269"/>
            <ac:graphicFrameMk id="5" creationId="{83ED67D5-896D-7E5F-F104-9887B7BA7FF8}"/>
          </ac:graphicFrameMkLst>
        </pc:graphicFrameChg>
      </pc:sldChg>
      <pc:sldChg chg="addSp delSp modSp new del mod">
        <pc:chgData name="Najat El ouafi" userId="de853e07ae128b6e" providerId="LiveId" clId="{4E7EEB76-965E-4D16-A9BF-12C2C671CE0D}" dt="2026-05-20T23:19:44.415" v="1070" actId="47"/>
        <pc:sldMkLst>
          <pc:docMk/>
          <pc:sldMk cId="1692671471" sldId="270"/>
        </pc:sldMkLst>
        <pc:spChg chg="mod">
          <ac:chgData name="Najat El ouafi" userId="de853e07ae128b6e" providerId="LiveId" clId="{4E7EEB76-965E-4D16-A9BF-12C2C671CE0D}" dt="2026-05-20T23:09:54.071" v="920" actId="20577"/>
          <ac:spMkLst>
            <pc:docMk/>
            <pc:sldMk cId="1692671471" sldId="270"/>
            <ac:spMk id="2" creationId="{154D59DF-0E0E-F0C2-ED88-D73B5DC7FB26}"/>
          </ac:spMkLst>
        </pc:spChg>
        <pc:spChg chg="mod">
          <ac:chgData name="Najat El ouafi" userId="de853e07ae128b6e" providerId="LiveId" clId="{4E7EEB76-965E-4D16-A9BF-12C2C671CE0D}" dt="2026-05-20T23:10:54.187" v="954" actId="20577"/>
          <ac:spMkLst>
            <pc:docMk/>
            <pc:sldMk cId="1692671471" sldId="270"/>
            <ac:spMk id="3" creationId="{776D3BA9-DA71-7BEC-3098-C8C8977DF9B0}"/>
          </ac:spMkLst>
        </pc:spChg>
        <pc:spChg chg="add del mod">
          <ac:chgData name="Najat El ouafi" userId="de853e07ae128b6e" providerId="LiveId" clId="{4E7EEB76-965E-4D16-A9BF-12C2C671CE0D}" dt="2026-05-20T23:10:32.027" v="929" actId="478"/>
          <ac:spMkLst>
            <pc:docMk/>
            <pc:sldMk cId="1692671471" sldId="270"/>
            <ac:spMk id="4" creationId="{5B83F596-C85D-CA7D-FB3A-18DB73C4654F}"/>
          </ac:spMkLst>
        </pc:spChg>
        <pc:spChg chg="add">
          <ac:chgData name="Najat El ouafi" userId="de853e07ae128b6e" providerId="LiveId" clId="{4E7EEB76-965E-4D16-A9BF-12C2C671CE0D}" dt="2026-05-20T23:09:32.546" v="918"/>
          <ac:spMkLst>
            <pc:docMk/>
            <pc:sldMk cId="1692671471" sldId="270"/>
            <ac:spMk id="7" creationId="{5ECAE3A5-C6F4-0BF3-2F5D-C9CE95ADFF13}"/>
          </ac:spMkLst>
        </pc:spChg>
        <pc:graphicFrameChg chg="add del mod modGraphic">
          <ac:chgData name="Najat El ouafi" userId="de853e07ae128b6e" providerId="LiveId" clId="{4E7EEB76-965E-4D16-A9BF-12C2C671CE0D}" dt="2026-05-20T23:10:34.897" v="931" actId="478"/>
          <ac:graphicFrameMkLst>
            <pc:docMk/>
            <pc:sldMk cId="1692671471" sldId="270"/>
            <ac:graphicFrameMk id="5" creationId="{181A186E-3CD0-998D-6FF9-BC125401B11D}"/>
          </ac:graphicFrameMkLst>
        </pc:graphicFrameChg>
      </pc:sldChg>
      <pc:sldChg chg="modSp new del">
        <pc:chgData name="Najat El ouafi" userId="de853e07ae128b6e" providerId="LiveId" clId="{4E7EEB76-965E-4D16-A9BF-12C2C671CE0D}" dt="2026-05-20T23:05:05.369" v="881" actId="47"/>
        <pc:sldMkLst>
          <pc:docMk/>
          <pc:sldMk cId="3346636615" sldId="271"/>
        </pc:sldMkLst>
      </pc:sldChg>
      <pc:sldChg chg="addSp delSp modSp new mod setBg">
        <pc:chgData name="Najat El ouafi" userId="de853e07ae128b6e" providerId="LiveId" clId="{4E7EEB76-965E-4D16-A9BF-12C2C671CE0D}" dt="2026-05-20T23:23:43.890" v="1089" actId="26606"/>
        <pc:sldMkLst>
          <pc:docMk/>
          <pc:sldMk cId="1734486401" sldId="272"/>
        </pc:sldMkLst>
        <pc:spChg chg="mod">
          <ac:chgData name="Najat El ouafi" userId="de853e07ae128b6e" providerId="LiveId" clId="{4E7EEB76-965E-4D16-A9BF-12C2C671CE0D}" dt="2026-05-20T23:23:43.890" v="1089" actId="26606"/>
          <ac:spMkLst>
            <pc:docMk/>
            <pc:sldMk cId="1734486401" sldId="272"/>
            <ac:spMk id="2" creationId="{A1BF44DA-9188-BA2A-B25D-9722C475D3DC}"/>
          </ac:spMkLst>
        </pc:spChg>
        <pc:spChg chg="del mod">
          <ac:chgData name="Najat El ouafi" userId="de853e07ae128b6e" providerId="LiveId" clId="{4E7EEB76-965E-4D16-A9BF-12C2C671CE0D}" dt="2026-05-20T23:23:43.890" v="1089" actId="26606"/>
          <ac:spMkLst>
            <pc:docMk/>
            <pc:sldMk cId="1734486401" sldId="272"/>
            <ac:spMk id="3" creationId="{E83B20D5-5E2E-1E8C-075F-1FF754F0B1A1}"/>
          </ac:spMkLst>
        </pc:spChg>
        <pc:spChg chg="add del">
          <ac:chgData name="Najat El ouafi" userId="de853e07ae128b6e" providerId="LiveId" clId="{4E7EEB76-965E-4D16-A9BF-12C2C671CE0D}" dt="2026-05-20T23:23:43.851" v="1088" actId="26606"/>
          <ac:spMkLst>
            <pc:docMk/>
            <pc:sldMk cId="1734486401" sldId="272"/>
            <ac:spMk id="8" creationId="{777A147A-9ED8-46B4-8660-1B3C2AA880B5}"/>
          </ac:spMkLst>
        </pc:spChg>
        <pc:spChg chg="add">
          <ac:chgData name="Najat El ouafi" userId="de853e07ae128b6e" providerId="LiveId" clId="{4E7EEB76-965E-4D16-A9BF-12C2C671CE0D}" dt="2026-05-20T23:23:43.890" v="1089" actId="26606"/>
          <ac:spMkLst>
            <pc:docMk/>
            <pc:sldMk cId="1734486401" sldId="272"/>
            <ac:spMk id="9" creationId="{BACC6370-2D7E-4714-9D71-7542949D7D5D}"/>
          </ac:spMkLst>
        </pc:spChg>
        <pc:spChg chg="add del">
          <ac:chgData name="Najat El ouafi" userId="de853e07ae128b6e" providerId="LiveId" clId="{4E7EEB76-965E-4D16-A9BF-12C2C671CE0D}" dt="2026-05-20T23:23:43.851" v="1088" actId="26606"/>
          <ac:spMkLst>
            <pc:docMk/>
            <pc:sldMk cId="1734486401" sldId="272"/>
            <ac:spMk id="10" creationId="{5D6C15A0-C087-4593-8414-2B4EC1CDC3DE}"/>
          </ac:spMkLst>
        </pc:spChg>
        <pc:spChg chg="add">
          <ac:chgData name="Najat El ouafi" userId="de853e07ae128b6e" providerId="LiveId" clId="{4E7EEB76-965E-4D16-A9BF-12C2C671CE0D}" dt="2026-05-20T23:23:43.890" v="1089" actId="26606"/>
          <ac:spMkLst>
            <pc:docMk/>
            <pc:sldMk cId="1734486401" sldId="272"/>
            <ac:spMk id="11" creationId="{256B2C21-A230-48C0-8DF1-C46611373C44}"/>
          </ac:spMkLst>
        </pc:spChg>
        <pc:spChg chg="add">
          <ac:chgData name="Najat El ouafi" userId="de853e07ae128b6e" providerId="LiveId" clId="{4E7EEB76-965E-4D16-A9BF-12C2C671CE0D}" dt="2026-05-20T23:23:43.890" v="1089" actId="26606"/>
          <ac:spMkLst>
            <pc:docMk/>
            <pc:sldMk cId="1734486401" sldId="272"/>
            <ac:spMk id="13" creationId="{3847E18C-932D-4C95-AABA-FEC7C9499AD7}"/>
          </ac:spMkLst>
        </pc:spChg>
        <pc:spChg chg="add">
          <ac:chgData name="Najat El ouafi" userId="de853e07ae128b6e" providerId="LiveId" clId="{4E7EEB76-965E-4D16-A9BF-12C2C671CE0D}" dt="2026-05-20T23:23:43.890" v="1089" actId="26606"/>
          <ac:spMkLst>
            <pc:docMk/>
            <pc:sldMk cId="1734486401" sldId="272"/>
            <ac:spMk id="15" creationId="{3150CB11-0C61-439E-910F-5787759E72A0}"/>
          </ac:spMkLst>
        </pc:spChg>
        <pc:spChg chg="add">
          <ac:chgData name="Najat El ouafi" userId="de853e07ae128b6e" providerId="LiveId" clId="{4E7EEB76-965E-4D16-A9BF-12C2C671CE0D}" dt="2026-05-20T23:23:43.890" v="1089" actId="26606"/>
          <ac:spMkLst>
            <pc:docMk/>
            <pc:sldMk cId="1734486401" sldId="272"/>
            <ac:spMk id="17" creationId="{43F8A58B-5155-44CE-A5FF-7647B47D0A7A}"/>
          </ac:spMkLst>
        </pc:spChg>
        <pc:spChg chg="add">
          <ac:chgData name="Najat El ouafi" userId="de853e07ae128b6e" providerId="LiveId" clId="{4E7EEB76-965E-4D16-A9BF-12C2C671CE0D}" dt="2026-05-20T23:23:43.890" v="1089" actId="26606"/>
          <ac:spMkLst>
            <pc:docMk/>
            <pc:sldMk cId="1734486401" sldId="272"/>
            <ac:spMk id="19" creationId="{443F2ACA-E6D6-4028-82DD-F03C262D5DE6}"/>
          </ac:spMkLst>
        </pc:spChg>
        <pc:graphicFrameChg chg="add">
          <ac:chgData name="Najat El ouafi" userId="de853e07ae128b6e" providerId="LiveId" clId="{4E7EEB76-965E-4D16-A9BF-12C2C671CE0D}" dt="2026-05-20T23:23:43.890" v="1089" actId="26606"/>
          <ac:graphicFrameMkLst>
            <pc:docMk/>
            <pc:sldMk cId="1734486401" sldId="272"/>
            <ac:graphicFrameMk id="5" creationId="{0FB05259-274B-0351-E4C4-93C30121CA71}"/>
          </ac:graphicFrameMkLst>
        </pc:graphicFrameChg>
      </pc:sldChg>
      <pc:sldChg chg="addSp delSp modSp new mod setBg">
        <pc:chgData name="Najat El ouafi" userId="de853e07ae128b6e" providerId="LiveId" clId="{4E7EEB76-965E-4D16-A9BF-12C2C671CE0D}" dt="2026-05-20T23:24:06.026" v="1094" actId="26606"/>
        <pc:sldMkLst>
          <pc:docMk/>
          <pc:sldMk cId="3553119599" sldId="273"/>
        </pc:sldMkLst>
        <pc:spChg chg="mod">
          <ac:chgData name="Najat El ouafi" userId="de853e07ae128b6e" providerId="LiveId" clId="{4E7EEB76-965E-4D16-A9BF-12C2C671CE0D}" dt="2026-05-20T23:24:06.026" v="1094" actId="26606"/>
          <ac:spMkLst>
            <pc:docMk/>
            <pc:sldMk cId="3553119599" sldId="273"/>
            <ac:spMk id="2" creationId="{3221C16C-6FA8-0E2F-1D84-F078830F35D0}"/>
          </ac:spMkLst>
        </pc:spChg>
        <pc:spChg chg="add del mod">
          <ac:chgData name="Najat El ouafi" userId="de853e07ae128b6e" providerId="LiveId" clId="{4E7EEB76-965E-4D16-A9BF-12C2C671CE0D}" dt="2026-05-20T23:24:06.026" v="1094" actId="26606"/>
          <ac:spMkLst>
            <pc:docMk/>
            <pc:sldMk cId="3553119599" sldId="273"/>
            <ac:spMk id="3" creationId="{84DF6711-B68A-1971-5D1D-CF2860C4B723}"/>
          </ac:spMkLst>
        </pc:spChg>
        <pc:spChg chg="add del">
          <ac:chgData name="Najat El ouafi" userId="de853e07ae128b6e" providerId="LiveId" clId="{4E7EEB76-965E-4D16-A9BF-12C2C671CE0D}" dt="2026-05-20T23:24:03.526" v="1091" actId="26606"/>
          <ac:spMkLst>
            <pc:docMk/>
            <pc:sldMk cId="3553119599" sldId="273"/>
            <ac:spMk id="9" creationId="{BACC6370-2D7E-4714-9D71-7542949D7D5D}"/>
          </ac:spMkLst>
        </pc:spChg>
        <pc:spChg chg="add del">
          <ac:chgData name="Najat El ouafi" userId="de853e07ae128b6e" providerId="LiveId" clId="{4E7EEB76-965E-4D16-A9BF-12C2C671CE0D}" dt="2026-05-20T23:24:03.526" v="1091" actId="26606"/>
          <ac:spMkLst>
            <pc:docMk/>
            <pc:sldMk cId="3553119599" sldId="273"/>
            <ac:spMk id="11" creationId="{256B2C21-A230-48C0-8DF1-C46611373C44}"/>
          </ac:spMkLst>
        </pc:spChg>
        <pc:spChg chg="add del">
          <ac:chgData name="Najat El ouafi" userId="de853e07ae128b6e" providerId="LiveId" clId="{4E7EEB76-965E-4D16-A9BF-12C2C671CE0D}" dt="2026-05-20T23:24:03.526" v="1091" actId="26606"/>
          <ac:spMkLst>
            <pc:docMk/>
            <pc:sldMk cId="3553119599" sldId="273"/>
            <ac:spMk id="13" creationId="{3847E18C-932D-4C95-AABA-FEC7C9499AD7}"/>
          </ac:spMkLst>
        </pc:spChg>
        <pc:spChg chg="add del">
          <ac:chgData name="Najat El ouafi" userId="de853e07ae128b6e" providerId="LiveId" clId="{4E7EEB76-965E-4D16-A9BF-12C2C671CE0D}" dt="2026-05-20T23:24:03.526" v="1091" actId="26606"/>
          <ac:spMkLst>
            <pc:docMk/>
            <pc:sldMk cId="3553119599" sldId="273"/>
            <ac:spMk id="15" creationId="{3150CB11-0C61-439E-910F-5787759E72A0}"/>
          </ac:spMkLst>
        </pc:spChg>
        <pc:spChg chg="add del">
          <ac:chgData name="Najat El ouafi" userId="de853e07ae128b6e" providerId="LiveId" clId="{4E7EEB76-965E-4D16-A9BF-12C2C671CE0D}" dt="2026-05-20T23:24:03.526" v="1091" actId="26606"/>
          <ac:spMkLst>
            <pc:docMk/>
            <pc:sldMk cId="3553119599" sldId="273"/>
            <ac:spMk id="17" creationId="{43F8A58B-5155-44CE-A5FF-7647B47D0A7A}"/>
          </ac:spMkLst>
        </pc:spChg>
        <pc:spChg chg="add del">
          <ac:chgData name="Najat El ouafi" userId="de853e07ae128b6e" providerId="LiveId" clId="{4E7EEB76-965E-4D16-A9BF-12C2C671CE0D}" dt="2026-05-20T23:24:03.526" v="1091" actId="26606"/>
          <ac:spMkLst>
            <pc:docMk/>
            <pc:sldMk cId="3553119599" sldId="273"/>
            <ac:spMk id="19" creationId="{443F2ACA-E6D6-4028-82DD-F03C262D5DE6}"/>
          </ac:spMkLst>
        </pc:spChg>
        <pc:spChg chg="add del">
          <ac:chgData name="Najat El ouafi" userId="de853e07ae128b6e" providerId="LiveId" clId="{4E7EEB76-965E-4D16-A9BF-12C2C671CE0D}" dt="2026-05-20T23:24:05.985" v="1093" actId="26606"/>
          <ac:spMkLst>
            <pc:docMk/>
            <pc:sldMk cId="3553119599" sldId="273"/>
            <ac:spMk id="21" creationId="{BACC6370-2D7E-4714-9D71-7542949D7D5D}"/>
          </ac:spMkLst>
        </pc:spChg>
        <pc:spChg chg="add del">
          <ac:chgData name="Najat El ouafi" userId="de853e07ae128b6e" providerId="LiveId" clId="{4E7EEB76-965E-4D16-A9BF-12C2C671CE0D}" dt="2026-05-20T23:24:05.985" v="1093" actId="26606"/>
          <ac:spMkLst>
            <pc:docMk/>
            <pc:sldMk cId="3553119599" sldId="273"/>
            <ac:spMk id="22" creationId="{256B2C21-A230-48C0-8DF1-C46611373C44}"/>
          </ac:spMkLst>
        </pc:spChg>
        <pc:spChg chg="add del">
          <ac:chgData name="Najat El ouafi" userId="de853e07ae128b6e" providerId="LiveId" clId="{4E7EEB76-965E-4D16-A9BF-12C2C671CE0D}" dt="2026-05-20T23:24:05.985" v="1093" actId="26606"/>
          <ac:spMkLst>
            <pc:docMk/>
            <pc:sldMk cId="3553119599" sldId="273"/>
            <ac:spMk id="23" creationId="{3847E18C-932D-4C95-AABA-FEC7C9499AD7}"/>
          </ac:spMkLst>
        </pc:spChg>
        <pc:spChg chg="add del">
          <ac:chgData name="Najat El ouafi" userId="de853e07ae128b6e" providerId="LiveId" clId="{4E7EEB76-965E-4D16-A9BF-12C2C671CE0D}" dt="2026-05-20T23:24:05.985" v="1093" actId="26606"/>
          <ac:spMkLst>
            <pc:docMk/>
            <pc:sldMk cId="3553119599" sldId="273"/>
            <ac:spMk id="24" creationId="{3150CB11-0C61-439E-910F-5787759E72A0}"/>
          </ac:spMkLst>
        </pc:spChg>
        <pc:spChg chg="add del">
          <ac:chgData name="Najat El ouafi" userId="de853e07ae128b6e" providerId="LiveId" clId="{4E7EEB76-965E-4D16-A9BF-12C2C671CE0D}" dt="2026-05-20T23:24:05.985" v="1093" actId="26606"/>
          <ac:spMkLst>
            <pc:docMk/>
            <pc:sldMk cId="3553119599" sldId="273"/>
            <ac:spMk id="25" creationId="{43F8A58B-5155-44CE-A5FF-7647B47D0A7A}"/>
          </ac:spMkLst>
        </pc:spChg>
        <pc:spChg chg="add del">
          <ac:chgData name="Najat El ouafi" userId="de853e07ae128b6e" providerId="LiveId" clId="{4E7EEB76-965E-4D16-A9BF-12C2C671CE0D}" dt="2026-05-20T23:24:05.985" v="1093" actId="26606"/>
          <ac:spMkLst>
            <pc:docMk/>
            <pc:sldMk cId="3553119599" sldId="273"/>
            <ac:spMk id="26" creationId="{443F2ACA-E6D6-4028-82DD-F03C262D5DE6}"/>
          </ac:spMkLst>
        </pc:spChg>
        <pc:spChg chg="add">
          <ac:chgData name="Najat El ouafi" userId="de853e07ae128b6e" providerId="LiveId" clId="{4E7EEB76-965E-4D16-A9BF-12C2C671CE0D}" dt="2026-05-20T23:24:06.026" v="1094" actId="26606"/>
          <ac:spMkLst>
            <pc:docMk/>
            <pc:sldMk cId="3553119599" sldId="273"/>
            <ac:spMk id="29" creationId="{BACC6370-2D7E-4714-9D71-7542949D7D5D}"/>
          </ac:spMkLst>
        </pc:spChg>
        <pc:spChg chg="add">
          <ac:chgData name="Najat El ouafi" userId="de853e07ae128b6e" providerId="LiveId" clId="{4E7EEB76-965E-4D16-A9BF-12C2C671CE0D}" dt="2026-05-20T23:24:06.026" v="1094" actId="26606"/>
          <ac:spMkLst>
            <pc:docMk/>
            <pc:sldMk cId="3553119599" sldId="273"/>
            <ac:spMk id="30" creationId="{256B2C21-A230-48C0-8DF1-C46611373C44}"/>
          </ac:spMkLst>
        </pc:spChg>
        <pc:spChg chg="add">
          <ac:chgData name="Najat El ouafi" userId="de853e07ae128b6e" providerId="LiveId" clId="{4E7EEB76-965E-4D16-A9BF-12C2C671CE0D}" dt="2026-05-20T23:24:06.026" v="1094" actId="26606"/>
          <ac:spMkLst>
            <pc:docMk/>
            <pc:sldMk cId="3553119599" sldId="273"/>
            <ac:spMk id="31" creationId="{3847E18C-932D-4C95-AABA-FEC7C9499AD7}"/>
          </ac:spMkLst>
        </pc:spChg>
        <pc:spChg chg="add">
          <ac:chgData name="Najat El ouafi" userId="de853e07ae128b6e" providerId="LiveId" clId="{4E7EEB76-965E-4D16-A9BF-12C2C671CE0D}" dt="2026-05-20T23:24:06.026" v="1094" actId="26606"/>
          <ac:spMkLst>
            <pc:docMk/>
            <pc:sldMk cId="3553119599" sldId="273"/>
            <ac:spMk id="32" creationId="{3150CB11-0C61-439E-910F-5787759E72A0}"/>
          </ac:spMkLst>
        </pc:spChg>
        <pc:spChg chg="add">
          <ac:chgData name="Najat El ouafi" userId="de853e07ae128b6e" providerId="LiveId" clId="{4E7EEB76-965E-4D16-A9BF-12C2C671CE0D}" dt="2026-05-20T23:24:06.026" v="1094" actId="26606"/>
          <ac:spMkLst>
            <pc:docMk/>
            <pc:sldMk cId="3553119599" sldId="273"/>
            <ac:spMk id="33" creationId="{43F8A58B-5155-44CE-A5FF-7647B47D0A7A}"/>
          </ac:spMkLst>
        </pc:spChg>
        <pc:spChg chg="add">
          <ac:chgData name="Najat El ouafi" userId="de853e07ae128b6e" providerId="LiveId" clId="{4E7EEB76-965E-4D16-A9BF-12C2C671CE0D}" dt="2026-05-20T23:24:06.026" v="1094" actId="26606"/>
          <ac:spMkLst>
            <pc:docMk/>
            <pc:sldMk cId="3553119599" sldId="273"/>
            <ac:spMk id="34" creationId="{443F2ACA-E6D6-4028-82DD-F03C262D5DE6}"/>
          </ac:spMkLst>
        </pc:spChg>
        <pc:graphicFrameChg chg="add del">
          <ac:chgData name="Najat El ouafi" userId="de853e07ae128b6e" providerId="LiveId" clId="{4E7EEB76-965E-4D16-A9BF-12C2C671CE0D}" dt="2026-05-20T23:24:03.526" v="1091" actId="26606"/>
          <ac:graphicFrameMkLst>
            <pc:docMk/>
            <pc:sldMk cId="3553119599" sldId="273"/>
            <ac:graphicFrameMk id="5" creationId="{9B952849-EEB2-56C3-68BE-FB2593C62DD7}"/>
          </ac:graphicFrameMkLst>
        </pc:graphicFrameChg>
        <pc:graphicFrameChg chg="add del">
          <ac:chgData name="Najat El ouafi" userId="de853e07ae128b6e" providerId="LiveId" clId="{4E7EEB76-965E-4D16-A9BF-12C2C671CE0D}" dt="2026-05-20T23:24:05.985" v="1093" actId="26606"/>
          <ac:graphicFrameMkLst>
            <pc:docMk/>
            <pc:sldMk cId="3553119599" sldId="273"/>
            <ac:graphicFrameMk id="27" creationId="{9781E0AC-A035-48BB-17EF-281423D0B716}"/>
          </ac:graphicFrameMkLst>
        </pc:graphicFrameChg>
        <pc:graphicFrameChg chg="add">
          <ac:chgData name="Najat El ouafi" userId="de853e07ae128b6e" providerId="LiveId" clId="{4E7EEB76-965E-4D16-A9BF-12C2C671CE0D}" dt="2026-05-20T23:24:06.026" v="1094" actId="26606"/>
          <ac:graphicFrameMkLst>
            <pc:docMk/>
            <pc:sldMk cId="3553119599" sldId="273"/>
            <ac:graphicFrameMk id="35" creationId="{9B952849-EEB2-56C3-68BE-FB2593C62DD7}"/>
          </ac:graphicFrameMkLst>
        </pc:graphicFrameChg>
      </pc:sldChg>
      <pc:sldChg chg="addSp delSp modSp add mod setBg">
        <pc:chgData name="Najat El ouafi" userId="de853e07ae128b6e" providerId="LiveId" clId="{4E7EEB76-965E-4D16-A9BF-12C2C671CE0D}" dt="2026-05-20T23:21:52.181" v="1082" actId="26606"/>
        <pc:sldMkLst>
          <pc:docMk/>
          <pc:sldMk cId="1013230872" sldId="274"/>
        </pc:sldMkLst>
        <pc:spChg chg="mod">
          <ac:chgData name="Najat El ouafi" userId="de853e07ae128b6e" providerId="LiveId" clId="{4E7EEB76-965E-4D16-A9BF-12C2C671CE0D}" dt="2026-05-20T23:21:52.181" v="1082" actId="26606"/>
          <ac:spMkLst>
            <pc:docMk/>
            <pc:sldMk cId="1013230872" sldId="274"/>
            <ac:spMk id="2" creationId="{3486716D-801B-572B-D4D1-AE8BCF58B864}"/>
          </ac:spMkLst>
        </pc:spChg>
        <pc:spChg chg="add mod">
          <ac:chgData name="Najat El ouafi" userId="de853e07ae128b6e" providerId="LiveId" clId="{4E7EEB76-965E-4D16-A9BF-12C2C671CE0D}" dt="2026-05-20T23:21:52.181" v="1082" actId="26606"/>
          <ac:spMkLst>
            <pc:docMk/>
            <pc:sldMk cId="1013230872" sldId="274"/>
            <ac:spMk id="5" creationId="{D756A983-87CE-ED7C-EF7B-0F39895104C2}"/>
          </ac:spMkLst>
        </pc:spChg>
        <pc:spChg chg="add del">
          <ac:chgData name="Najat El ouafi" userId="de853e07ae128b6e" providerId="LiveId" clId="{4E7EEB76-965E-4D16-A9BF-12C2C671CE0D}" dt="2026-05-20T23:21:52.181" v="1082" actId="26606"/>
          <ac:spMkLst>
            <pc:docMk/>
            <pc:sldMk cId="1013230872" sldId="274"/>
            <ac:spMk id="10" creationId="{1B15ED52-F352-441B-82BF-E0EA34836D08}"/>
          </ac:spMkLst>
        </pc:spChg>
        <pc:spChg chg="add del">
          <ac:chgData name="Najat El ouafi" userId="de853e07ae128b6e" providerId="LiveId" clId="{4E7EEB76-965E-4D16-A9BF-12C2C671CE0D}" dt="2026-05-20T23:21:52.181" v="1082" actId="26606"/>
          <ac:spMkLst>
            <pc:docMk/>
            <pc:sldMk cId="1013230872" sldId="274"/>
            <ac:spMk id="12" creationId="{3B2E3793-BFE6-45A2-9B7B-E18844431C99}"/>
          </ac:spMkLst>
        </pc:spChg>
        <pc:spChg chg="add del">
          <ac:chgData name="Najat El ouafi" userId="de853e07ae128b6e" providerId="LiveId" clId="{4E7EEB76-965E-4D16-A9BF-12C2C671CE0D}" dt="2026-05-20T23:21:52.181" v="1082" actId="26606"/>
          <ac:spMkLst>
            <pc:docMk/>
            <pc:sldMk cId="1013230872" sldId="274"/>
            <ac:spMk id="14" creationId="{BC4C4868-CB8F-4AF9-9CDB-8108F2C19B67}"/>
          </ac:spMkLst>
        </pc:spChg>
        <pc:spChg chg="add del">
          <ac:chgData name="Najat El ouafi" userId="de853e07ae128b6e" providerId="LiveId" clId="{4E7EEB76-965E-4D16-A9BF-12C2C671CE0D}" dt="2026-05-20T23:21:52.181" v="1082" actId="26606"/>
          <ac:spMkLst>
            <pc:docMk/>
            <pc:sldMk cId="1013230872" sldId="274"/>
            <ac:spMk id="16" creationId="{375E0459-6403-40CD-989D-56A4407CA12E}"/>
          </ac:spMkLst>
        </pc:spChg>
        <pc:spChg chg="add del">
          <ac:chgData name="Najat El ouafi" userId="de853e07ae128b6e" providerId="LiveId" clId="{4E7EEB76-965E-4D16-A9BF-12C2C671CE0D}" dt="2026-05-20T23:21:52.181" v="1082" actId="26606"/>
          <ac:spMkLst>
            <pc:docMk/>
            <pc:sldMk cId="1013230872" sldId="274"/>
            <ac:spMk id="18" creationId="{53E5B1A8-3AC9-4BD1-9BBC-78CA94F2D1BA}"/>
          </ac:spMkLst>
        </pc:spChg>
        <pc:spChg chg="add">
          <ac:chgData name="Najat El ouafi" userId="de853e07ae128b6e" providerId="LiveId" clId="{4E7EEB76-965E-4D16-A9BF-12C2C671CE0D}" dt="2026-05-20T23:21:52.181" v="1082" actId="26606"/>
          <ac:spMkLst>
            <pc:docMk/>
            <pc:sldMk cId="1013230872" sldId="274"/>
            <ac:spMk id="23" creationId="{66E48AFA-8884-4F68-A44F-D2C1E8609C5A}"/>
          </ac:spMkLst>
        </pc:spChg>
        <pc:spChg chg="add">
          <ac:chgData name="Najat El ouafi" userId="de853e07ae128b6e" providerId="LiveId" clId="{4E7EEB76-965E-4D16-A9BF-12C2C671CE0D}" dt="2026-05-20T23:21:52.181" v="1082" actId="26606"/>
          <ac:spMkLst>
            <pc:docMk/>
            <pc:sldMk cId="1013230872" sldId="274"/>
            <ac:spMk id="25" creationId="{969D19A6-08CB-498C-93EC-3FFB021FC68A}"/>
          </ac:spMkLst>
        </pc:spChg>
        <pc:graphicFrameChg chg="add mod ord">
          <ac:chgData name="Najat El ouafi" userId="de853e07ae128b6e" providerId="LiveId" clId="{4E7EEB76-965E-4D16-A9BF-12C2C671CE0D}" dt="2026-05-20T23:21:52.181" v="1082" actId="26606"/>
          <ac:graphicFrameMkLst>
            <pc:docMk/>
            <pc:sldMk cId="1013230872" sldId="274"/>
            <ac:graphicFrameMk id="4" creationId="{C51FCF95-8943-7E43-8693-02682D9F0BA0}"/>
          </ac:graphicFrameMkLst>
        </pc:graphicFrameChg>
      </pc:sldChg>
      <pc:sldChg chg="addSp delSp modSp new mod setBg">
        <pc:chgData name="Najat El ouafi" userId="de853e07ae128b6e" providerId="LiveId" clId="{4E7EEB76-965E-4D16-A9BF-12C2C671CE0D}" dt="2026-05-20T23:21:38.154" v="1081" actId="26606"/>
        <pc:sldMkLst>
          <pc:docMk/>
          <pc:sldMk cId="1988058925" sldId="275"/>
        </pc:sldMkLst>
        <pc:spChg chg="del">
          <ac:chgData name="Najat El ouafi" userId="de853e07ae128b6e" providerId="LiveId" clId="{4E7EEB76-965E-4D16-A9BF-12C2C671CE0D}" dt="2026-05-19T22:56:41.849" v="265"/>
          <ac:spMkLst>
            <pc:docMk/>
            <pc:sldMk cId="1988058925" sldId="275"/>
            <ac:spMk id="2" creationId="{9CE15D69-B74A-DC92-E8DE-3B157EEEC81D}"/>
          </ac:spMkLst>
        </pc:spChg>
        <pc:spChg chg="del">
          <ac:chgData name="Najat El ouafi" userId="de853e07ae128b6e" providerId="LiveId" clId="{4E7EEB76-965E-4D16-A9BF-12C2C671CE0D}" dt="2026-05-19T22:56:14.902" v="263"/>
          <ac:spMkLst>
            <pc:docMk/>
            <pc:sldMk cId="1988058925" sldId="275"/>
            <ac:spMk id="3" creationId="{E5F3175F-CBB7-831E-2A11-530A555EEC4B}"/>
          </ac:spMkLst>
        </pc:spChg>
        <pc:spChg chg="add mod">
          <ac:chgData name="Najat El ouafi" userId="de853e07ae128b6e" providerId="LiveId" clId="{4E7EEB76-965E-4D16-A9BF-12C2C671CE0D}" dt="2026-05-20T23:21:38.154" v="1081" actId="26606"/>
          <ac:spMkLst>
            <pc:docMk/>
            <pc:sldMk cId="1988058925" sldId="275"/>
            <ac:spMk id="5" creationId="{7416DE7F-00A5-317F-EC0D-FAD53A167A13}"/>
          </ac:spMkLst>
        </pc:spChg>
        <pc:spChg chg="add mod">
          <ac:chgData name="Najat El ouafi" userId="de853e07ae128b6e" providerId="LiveId" clId="{4E7EEB76-965E-4D16-A9BF-12C2C671CE0D}" dt="2026-05-20T23:21:38.154" v="1081" actId="26606"/>
          <ac:spMkLst>
            <pc:docMk/>
            <pc:sldMk cId="1988058925" sldId="275"/>
            <ac:spMk id="6" creationId="{AE1CCAF3-C138-E6FB-CBA2-9E7509A9B661}"/>
          </ac:spMkLst>
        </pc:spChg>
        <pc:spChg chg="add del">
          <ac:chgData name="Najat El ouafi" userId="de853e07ae128b6e" providerId="LiveId" clId="{4E7EEB76-965E-4D16-A9BF-12C2C671CE0D}" dt="2026-05-20T23:21:38.132" v="1080" actId="26606"/>
          <ac:spMkLst>
            <pc:docMk/>
            <pc:sldMk cId="1988058925" sldId="275"/>
            <ac:spMk id="11" creationId="{1B15ED52-F352-441B-82BF-E0EA34836D08}"/>
          </ac:spMkLst>
        </pc:spChg>
        <pc:spChg chg="add del">
          <ac:chgData name="Najat El ouafi" userId="de853e07ae128b6e" providerId="LiveId" clId="{4E7EEB76-965E-4D16-A9BF-12C2C671CE0D}" dt="2026-05-20T23:21:38.132" v="1080" actId="26606"/>
          <ac:spMkLst>
            <pc:docMk/>
            <pc:sldMk cId="1988058925" sldId="275"/>
            <ac:spMk id="13" creationId="{3B2E3793-BFE6-45A2-9B7B-E18844431C99}"/>
          </ac:spMkLst>
        </pc:spChg>
        <pc:spChg chg="add del">
          <ac:chgData name="Najat El ouafi" userId="de853e07ae128b6e" providerId="LiveId" clId="{4E7EEB76-965E-4D16-A9BF-12C2C671CE0D}" dt="2026-05-20T23:21:38.132" v="1080" actId="26606"/>
          <ac:spMkLst>
            <pc:docMk/>
            <pc:sldMk cId="1988058925" sldId="275"/>
            <ac:spMk id="15" creationId="{BC4C4868-CB8F-4AF9-9CDB-8108F2C19B67}"/>
          </ac:spMkLst>
        </pc:spChg>
        <pc:spChg chg="add del">
          <ac:chgData name="Najat El ouafi" userId="de853e07ae128b6e" providerId="LiveId" clId="{4E7EEB76-965E-4D16-A9BF-12C2C671CE0D}" dt="2026-05-20T23:21:38.132" v="1080" actId="26606"/>
          <ac:spMkLst>
            <pc:docMk/>
            <pc:sldMk cId="1988058925" sldId="275"/>
            <ac:spMk id="17" creationId="{375E0459-6403-40CD-989D-56A4407CA12E}"/>
          </ac:spMkLst>
        </pc:spChg>
        <pc:spChg chg="add del">
          <ac:chgData name="Najat El ouafi" userId="de853e07ae128b6e" providerId="LiveId" clId="{4E7EEB76-965E-4D16-A9BF-12C2C671CE0D}" dt="2026-05-20T23:21:38.132" v="1080" actId="26606"/>
          <ac:spMkLst>
            <pc:docMk/>
            <pc:sldMk cId="1988058925" sldId="275"/>
            <ac:spMk id="19" creationId="{53E5B1A8-3AC9-4BD1-9BBC-78CA94F2D1BA}"/>
          </ac:spMkLst>
        </pc:spChg>
        <pc:spChg chg="add">
          <ac:chgData name="Najat El ouafi" userId="de853e07ae128b6e" providerId="LiveId" clId="{4E7EEB76-965E-4D16-A9BF-12C2C671CE0D}" dt="2026-05-20T23:21:38.154" v="1081" actId="26606"/>
          <ac:spMkLst>
            <pc:docMk/>
            <pc:sldMk cId="1988058925" sldId="275"/>
            <ac:spMk id="21" creationId="{2596F992-698C-48C0-9D89-70DA4CE927EF}"/>
          </ac:spMkLst>
        </pc:spChg>
        <pc:spChg chg="add">
          <ac:chgData name="Najat El ouafi" userId="de853e07ae128b6e" providerId="LiveId" clId="{4E7EEB76-965E-4D16-A9BF-12C2C671CE0D}" dt="2026-05-20T23:21:38.154" v="1081" actId="26606"/>
          <ac:spMkLst>
            <pc:docMk/>
            <pc:sldMk cId="1988058925" sldId="275"/>
            <ac:spMk id="22" creationId="{E7BFF8DC-0AE7-4AD2-9B28-2E5F26D62C30}"/>
          </ac:spMkLst>
        </pc:spChg>
        <pc:spChg chg="add">
          <ac:chgData name="Najat El ouafi" userId="de853e07ae128b6e" providerId="LiveId" clId="{4E7EEB76-965E-4D16-A9BF-12C2C671CE0D}" dt="2026-05-20T23:21:38.154" v="1081" actId="26606"/>
          <ac:spMkLst>
            <pc:docMk/>
            <pc:sldMk cId="1988058925" sldId="275"/>
            <ac:spMk id="23" creationId="{7E0162AD-C6E5-4BF8-A453-76ADB36877D3}"/>
          </ac:spMkLst>
        </pc:spChg>
        <pc:graphicFrameChg chg="add mod ord">
          <ac:chgData name="Najat El ouafi" userId="de853e07ae128b6e" providerId="LiveId" clId="{4E7EEB76-965E-4D16-A9BF-12C2C671CE0D}" dt="2026-05-20T23:21:38.154" v="1081" actId="26606"/>
          <ac:graphicFrameMkLst>
            <pc:docMk/>
            <pc:sldMk cId="1988058925" sldId="275"/>
            <ac:graphicFrameMk id="4" creationId="{4D7741CB-BB08-F929-18A1-801C509A6E13}"/>
          </ac:graphicFrameMkLst>
        </pc:graphicFrameChg>
      </pc:sldChg>
      <pc:sldChg chg="addSp delSp modSp new del mod">
        <pc:chgData name="Najat El ouafi" userId="de853e07ae128b6e" providerId="LiveId" clId="{4E7EEB76-965E-4D16-A9BF-12C2C671CE0D}" dt="2026-05-20T14:03:41.105" v="620" actId="2696"/>
        <pc:sldMkLst>
          <pc:docMk/>
          <pc:sldMk cId="217321478" sldId="276"/>
        </pc:sldMkLst>
        <pc:spChg chg="mod">
          <ac:chgData name="Najat El ouafi" userId="de853e07ae128b6e" providerId="LiveId" clId="{4E7EEB76-965E-4D16-A9BF-12C2C671CE0D}" dt="2026-05-20T01:13:13.041" v="353" actId="122"/>
          <ac:spMkLst>
            <pc:docMk/>
            <pc:sldMk cId="217321478" sldId="276"/>
            <ac:spMk id="2" creationId="{146DE8D6-6581-0E4A-0983-847B30BC6BF3}"/>
          </ac:spMkLst>
        </pc:spChg>
        <pc:spChg chg="del mod">
          <ac:chgData name="Najat El ouafi" userId="de853e07ae128b6e" providerId="LiveId" clId="{4E7EEB76-965E-4D16-A9BF-12C2C671CE0D}" dt="2026-05-20T01:12:07.289" v="351" actId="22"/>
          <ac:spMkLst>
            <pc:docMk/>
            <pc:sldMk cId="217321478" sldId="276"/>
            <ac:spMk id="3" creationId="{EE54E096-B5F1-E333-2D45-3B9ED5BE4CBF}"/>
          </ac:spMkLst>
        </pc:spChg>
        <pc:picChg chg="add mod ord">
          <ac:chgData name="Najat El ouafi" userId="de853e07ae128b6e" providerId="LiveId" clId="{4E7EEB76-965E-4D16-A9BF-12C2C671CE0D}" dt="2026-05-20T01:12:07.289" v="351" actId="22"/>
          <ac:picMkLst>
            <pc:docMk/>
            <pc:sldMk cId="217321478" sldId="276"/>
            <ac:picMk id="5" creationId="{0A19AF61-1181-7B9F-3C3A-37E630B3B99E}"/>
          </ac:picMkLst>
        </pc:picChg>
      </pc:sldChg>
      <pc:sldChg chg="addSp delSp modSp new mod setBg">
        <pc:chgData name="Najat El ouafi" userId="de853e07ae128b6e" providerId="LiveId" clId="{4E7EEB76-965E-4D16-A9BF-12C2C671CE0D}" dt="2026-05-20T23:26:53.586" v="1137" actId="26606"/>
        <pc:sldMkLst>
          <pc:docMk/>
          <pc:sldMk cId="2527714442" sldId="277"/>
        </pc:sldMkLst>
        <pc:spChg chg="mod">
          <ac:chgData name="Najat El ouafi" userId="de853e07ae128b6e" providerId="LiveId" clId="{4E7EEB76-965E-4D16-A9BF-12C2C671CE0D}" dt="2026-05-20T23:26:53.586" v="1137" actId="26606"/>
          <ac:spMkLst>
            <pc:docMk/>
            <pc:sldMk cId="2527714442" sldId="277"/>
            <ac:spMk id="2" creationId="{9C22DBA3-9BAD-0652-F3CF-033B70019F33}"/>
          </ac:spMkLst>
        </pc:spChg>
        <pc:spChg chg="add del mod">
          <ac:chgData name="Najat El ouafi" userId="de853e07ae128b6e" providerId="LiveId" clId="{4E7EEB76-965E-4D16-A9BF-12C2C671CE0D}" dt="2026-05-20T23:26:05.288" v="1135" actId="26606"/>
          <ac:spMkLst>
            <pc:docMk/>
            <pc:sldMk cId="2527714442" sldId="277"/>
            <ac:spMk id="3" creationId="{453D6ABF-FD63-4460-264C-9D5651BAAAA3}"/>
          </ac:spMkLst>
        </pc:spChg>
        <pc:spChg chg="add del">
          <ac:chgData name="Najat El ouafi" userId="de853e07ae128b6e" providerId="LiveId" clId="{4E7EEB76-965E-4D16-A9BF-12C2C671CE0D}" dt="2026-05-20T23:26:53.586" v="1137" actId="26606"/>
          <ac:spMkLst>
            <pc:docMk/>
            <pc:sldMk cId="2527714442" sldId="277"/>
            <ac:spMk id="6" creationId="{BACC6370-2D7E-4714-9D71-7542949D7D5D}"/>
          </ac:spMkLst>
        </pc:spChg>
        <pc:spChg chg="add del">
          <ac:chgData name="Najat El ouafi" userId="de853e07ae128b6e" providerId="LiveId" clId="{4E7EEB76-965E-4D16-A9BF-12C2C671CE0D}" dt="2026-05-20T23:26:53.586" v="1137" actId="26606"/>
          <ac:spMkLst>
            <pc:docMk/>
            <pc:sldMk cId="2527714442" sldId="277"/>
            <ac:spMk id="7" creationId="{256B2C21-A230-48C0-8DF1-C46611373C44}"/>
          </ac:spMkLst>
        </pc:spChg>
        <pc:spChg chg="add del">
          <ac:chgData name="Najat El ouafi" userId="de853e07ae128b6e" providerId="LiveId" clId="{4E7EEB76-965E-4D16-A9BF-12C2C671CE0D}" dt="2026-05-20T23:26:53.586" v="1137" actId="26606"/>
          <ac:spMkLst>
            <pc:docMk/>
            <pc:sldMk cId="2527714442" sldId="277"/>
            <ac:spMk id="8" creationId="{3847E18C-932D-4C95-AABA-FEC7C9499AD7}"/>
          </ac:spMkLst>
        </pc:spChg>
        <pc:spChg chg="add del">
          <ac:chgData name="Najat El ouafi" userId="de853e07ae128b6e" providerId="LiveId" clId="{4E7EEB76-965E-4D16-A9BF-12C2C671CE0D}" dt="2026-05-20T23:24:58.112" v="1096" actId="26606"/>
          <ac:spMkLst>
            <pc:docMk/>
            <pc:sldMk cId="2527714442" sldId="277"/>
            <ac:spMk id="9" creationId="{BACC6370-2D7E-4714-9D71-7542949D7D5D}"/>
          </ac:spMkLst>
        </pc:spChg>
        <pc:spChg chg="add del">
          <ac:chgData name="Najat El ouafi" userId="de853e07ae128b6e" providerId="LiveId" clId="{4E7EEB76-965E-4D16-A9BF-12C2C671CE0D}" dt="2026-05-20T23:26:53.586" v="1137" actId="26606"/>
          <ac:spMkLst>
            <pc:docMk/>
            <pc:sldMk cId="2527714442" sldId="277"/>
            <ac:spMk id="10" creationId="{3150CB11-0C61-439E-910F-5787759E72A0}"/>
          </ac:spMkLst>
        </pc:spChg>
        <pc:spChg chg="add del">
          <ac:chgData name="Najat El ouafi" userId="de853e07ae128b6e" providerId="LiveId" clId="{4E7EEB76-965E-4D16-A9BF-12C2C671CE0D}" dt="2026-05-20T23:24:58.112" v="1096" actId="26606"/>
          <ac:spMkLst>
            <pc:docMk/>
            <pc:sldMk cId="2527714442" sldId="277"/>
            <ac:spMk id="11" creationId="{256B2C21-A230-48C0-8DF1-C46611373C44}"/>
          </ac:spMkLst>
        </pc:spChg>
        <pc:spChg chg="add del">
          <ac:chgData name="Najat El ouafi" userId="de853e07ae128b6e" providerId="LiveId" clId="{4E7EEB76-965E-4D16-A9BF-12C2C671CE0D}" dt="2026-05-20T23:26:53.586" v="1137" actId="26606"/>
          <ac:spMkLst>
            <pc:docMk/>
            <pc:sldMk cId="2527714442" sldId="277"/>
            <ac:spMk id="12" creationId="{43F8A58B-5155-44CE-A5FF-7647B47D0A7A}"/>
          </ac:spMkLst>
        </pc:spChg>
        <pc:spChg chg="add del">
          <ac:chgData name="Najat El ouafi" userId="de853e07ae128b6e" providerId="LiveId" clId="{4E7EEB76-965E-4D16-A9BF-12C2C671CE0D}" dt="2026-05-20T23:24:58.112" v="1096" actId="26606"/>
          <ac:spMkLst>
            <pc:docMk/>
            <pc:sldMk cId="2527714442" sldId="277"/>
            <ac:spMk id="13" creationId="{3847E18C-932D-4C95-AABA-FEC7C9499AD7}"/>
          </ac:spMkLst>
        </pc:spChg>
        <pc:spChg chg="add del">
          <ac:chgData name="Najat El ouafi" userId="de853e07ae128b6e" providerId="LiveId" clId="{4E7EEB76-965E-4D16-A9BF-12C2C671CE0D}" dt="2026-05-20T23:26:53.586" v="1137" actId="26606"/>
          <ac:spMkLst>
            <pc:docMk/>
            <pc:sldMk cId="2527714442" sldId="277"/>
            <ac:spMk id="14" creationId="{443F2ACA-E6D6-4028-82DD-F03C262D5DE6}"/>
          </ac:spMkLst>
        </pc:spChg>
        <pc:spChg chg="add del">
          <ac:chgData name="Najat El ouafi" userId="de853e07ae128b6e" providerId="LiveId" clId="{4E7EEB76-965E-4D16-A9BF-12C2C671CE0D}" dt="2026-05-20T23:24:58.112" v="1096" actId="26606"/>
          <ac:spMkLst>
            <pc:docMk/>
            <pc:sldMk cId="2527714442" sldId="277"/>
            <ac:spMk id="15" creationId="{3150CB11-0C61-439E-910F-5787759E72A0}"/>
          </ac:spMkLst>
        </pc:spChg>
        <pc:spChg chg="add del">
          <ac:chgData name="Najat El ouafi" userId="de853e07ae128b6e" providerId="LiveId" clId="{4E7EEB76-965E-4D16-A9BF-12C2C671CE0D}" dt="2026-05-20T23:24:58.112" v="1096" actId="26606"/>
          <ac:spMkLst>
            <pc:docMk/>
            <pc:sldMk cId="2527714442" sldId="277"/>
            <ac:spMk id="17" creationId="{43F8A58B-5155-44CE-A5FF-7647B47D0A7A}"/>
          </ac:spMkLst>
        </pc:spChg>
        <pc:spChg chg="add del">
          <ac:chgData name="Najat El ouafi" userId="de853e07ae128b6e" providerId="LiveId" clId="{4E7EEB76-965E-4D16-A9BF-12C2C671CE0D}" dt="2026-05-20T23:24:58.112" v="1096" actId="26606"/>
          <ac:spMkLst>
            <pc:docMk/>
            <pc:sldMk cId="2527714442" sldId="277"/>
            <ac:spMk id="19" creationId="{443F2ACA-E6D6-4028-82DD-F03C262D5DE6}"/>
          </ac:spMkLst>
        </pc:spChg>
        <pc:spChg chg="add">
          <ac:chgData name="Najat El ouafi" userId="de853e07ae128b6e" providerId="LiveId" clId="{4E7EEB76-965E-4D16-A9BF-12C2C671CE0D}" dt="2026-05-20T23:26:53.586" v="1137" actId="26606"/>
          <ac:spMkLst>
            <pc:docMk/>
            <pc:sldMk cId="2527714442" sldId="277"/>
            <ac:spMk id="21" creationId="{955A2079-FA98-4876-80F0-72364A7D2EA4}"/>
          </ac:spMkLst>
        </pc:spChg>
        <pc:graphicFrameChg chg="add del">
          <ac:chgData name="Najat El ouafi" userId="de853e07ae128b6e" providerId="LiveId" clId="{4E7EEB76-965E-4D16-A9BF-12C2C671CE0D}" dt="2026-05-20T23:24:58.112" v="1096" actId="26606"/>
          <ac:graphicFrameMkLst>
            <pc:docMk/>
            <pc:sldMk cId="2527714442" sldId="277"/>
            <ac:graphicFrameMk id="5" creationId="{47BB7B58-1C6C-DEF6-CB93-1B73EFBB362B}"/>
          </ac:graphicFrameMkLst>
        </pc:graphicFrameChg>
        <pc:graphicFrameChg chg="add mod modGraphic">
          <ac:chgData name="Najat El ouafi" userId="de853e07ae128b6e" providerId="LiveId" clId="{4E7EEB76-965E-4D16-A9BF-12C2C671CE0D}" dt="2026-05-20T23:26:53.586" v="1137" actId="26606"/>
          <ac:graphicFrameMkLst>
            <pc:docMk/>
            <pc:sldMk cId="2527714442" sldId="277"/>
            <ac:graphicFrameMk id="16" creationId="{DD610C18-F11D-3A80-6969-A5BE292AF196}"/>
          </ac:graphicFrameMkLst>
        </pc:graphicFrameChg>
      </pc:sldChg>
      <pc:sldChg chg="addSp delSp modSp add mod setBg">
        <pc:chgData name="Najat El ouafi" userId="de853e07ae128b6e" providerId="LiveId" clId="{4E7EEB76-965E-4D16-A9BF-12C2C671CE0D}" dt="2026-05-20T23:23:11.558" v="1085" actId="26606"/>
        <pc:sldMkLst>
          <pc:docMk/>
          <pc:sldMk cId="3895524928" sldId="278"/>
        </pc:sldMkLst>
        <pc:spChg chg="mod">
          <ac:chgData name="Najat El ouafi" userId="de853e07ae128b6e" providerId="LiveId" clId="{4E7EEB76-965E-4D16-A9BF-12C2C671CE0D}" dt="2026-05-20T23:23:11.558" v="1085" actId="26606"/>
          <ac:spMkLst>
            <pc:docMk/>
            <pc:sldMk cId="3895524928" sldId="278"/>
            <ac:spMk id="2" creationId="{402DB9FF-24E6-F8AF-2933-20A91ADD4730}"/>
          </ac:spMkLst>
        </pc:spChg>
        <pc:spChg chg="del mod">
          <ac:chgData name="Najat El ouafi" userId="de853e07ae128b6e" providerId="LiveId" clId="{4E7EEB76-965E-4D16-A9BF-12C2C671CE0D}" dt="2026-05-20T14:26:18.237" v="643"/>
          <ac:spMkLst>
            <pc:docMk/>
            <pc:sldMk cId="3895524928" sldId="278"/>
            <ac:spMk id="3" creationId="{8CB5AB4E-B40E-BDA5-DE01-995152A5424D}"/>
          </ac:spMkLst>
        </pc:spChg>
        <pc:spChg chg="add mod">
          <ac:chgData name="Najat El ouafi" userId="de853e07ae128b6e" providerId="LiveId" clId="{4E7EEB76-965E-4D16-A9BF-12C2C671CE0D}" dt="2026-05-20T23:23:11.558" v="1085" actId="26606"/>
          <ac:spMkLst>
            <pc:docMk/>
            <pc:sldMk cId="3895524928" sldId="278"/>
            <ac:spMk id="6" creationId="{30DEE934-C00C-75E9-B5D5-418F0518389D}"/>
          </ac:spMkLst>
        </pc:spChg>
        <pc:spChg chg="add">
          <ac:chgData name="Najat El ouafi" userId="de853e07ae128b6e" providerId="LiveId" clId="{4E7EEB76-965E-4D16-A9BF-12C2C671CE0D}" dt="2026-05-20T23:23:11.558" v="1085" actId="26606"/>
          <ac:spMkLst>
            <pc:docMk/>
            <pc:sldMk cId="3895524928" sldId="278"/>
            <ac:spMk id="11" creationId="{32AEEBC8-9D30-42EF-95F2-386C2653FBF0}"/>
          </ac:spMkLst>
        </pc:spChg>
        <pc:spChg chg="add">
          <ac:chgData name="Najat El ouafi" userId="de853e07ae128b6e" providerId="LiveId" clId="{4E7EEB76-965E-4D16-A9BF-12C2C671CE0D}" dt="2026-05-20T23:23:11.558" v="1085" actId="26606"/>
          <ac:spMkLst>
            <pc:docMk/>
            <pc:sldMk cId="3895524928" sldId="278"/>
            <ac:spMk id="13" creationId="{2E92FA66-67D7-4CB4-94D3-E643A9AD4757}"/>
          </ac:spMkLst>
        </pc:spChg>
        <pc:picChg chg="add mod ord">
          <ac:chgData name="Najat El ouafi" userId="de853e07ae128b6e" providerId="LiveId" clId="{4E7EEB76-965E-4D16-A9BF-12C2C671CE0D}" dt="2026-05-20T23:23:11.558" v="1085" actId="26606"/>
          <ac:picMkLst>
            <pc:docMk/>
            <pc:sldMk cId="3895524928" sldId="278"/>
            <ac:picMk id="5" creationId="{E34A6CD0-B80B-ACC2-6C48-1B4530A7AE51}"/>
          </ac:picMkLst>
        </pc:picChg>
      </pc:sldChg>
      <pc:sldChg chg="addSp delSp modSp new mod setBg">
        <pc:chgData name="Najat El ouafi" userId="de853e07ae128b6e" providerId="LiveId" clId="{4E7EEB76-965E-4D16-A9BF-12C2C671CE0D}" dt="2026-05-20T23:23:28.760" v="1086" actId="26606"/>
        <pc:sldMkLst>
          <pc:docMk/>
          <pc:sldMk cId="1152128445" sldId="279"/>
        </pc:sldMkLst>
        <pc:spChg chg="mod">
          <ac:chgData name="Najat El ouafi" userId="de853e07ae128b6e" providerId="LiveId" clId="{4E7EEB76-965E-4D16-A9BF-12C2C671CE0D}" dt="2026-05-20T23:23:28.760" v="1086" actId="26606"/>
          <ac:spMkLst>
            <pc:docMk/>
            <pc:sldMk cId="1152128445" sldId="279"/>
            <ac:spMk id="2" creationId="{C152EB31-5693-DFB2-7305-8D86B72F45AB}"/>
          </ac:spMkLst>
        </pc:spChg>
        <pc:spChg chg="del">
          <ac:chgData name="Najat El ouafi" userId="de853e07ae128b6e" providerId="LiveId" clId="{4E7EEB76-965E-4D16-A9BF-12C2C671CE0D}" dt="2026-05-20T14:55:57.969" v="709"/>
          <ac:spMkLst>
            <pc:docMk/>
            <pc:sldMk cId="1152128445" sldId="279"/>
            <ac:spMk id="3" creationId="{319144F5-BAA1-5262-CD45-30CBC253E1F9}"/>
          </ac:spMkLst>
        </pc:spChg>
        <pc:spChg chg="add mod">
          <ac:chgData name="Najat El ouafi" userId="de853e07ae128b6e" providerId="LiveId" clId="{4E7EEB76-965E-4D16-A9BF-12C2C671CE0D}" dt="2026-05-20T23:23:28.760" v="1086" actId="26606"/>
          <ac:spMkLst>
            <pc:docMk/>
            <pc:sldMk cId="1152128445" sldId="279"/>
            <ac:spMk id="5" creationId="{9077277E-C222-BAD8-5240-40684656937E}"/>
          </ac:spMkLst>
        </pc:spChg>
        <pc:spChg chg="add">
          <ac:chgData name="Najat El ouafi" userId="de853e07ae128b6e" providerId="LiveId" clId="{4E7EEB76-965E-4D16-A9BF-12C2C671CE0D}" dt="2026-05-20T23:23:28.760" v="1086" actId="26606"/>
          <ac:spMkLst>
            <pc:docMk/>
            <pc:sldMk cId="1152128445" sldId="279"/>
            <ac:spMk id="10" creationId="{32AEEBC8-9D30-42EF-95F2-386C2653FBF0}"/>
          </ac:spMkLst>
        </pc:spChg>
        <pc:spChg chg="add">
          <ac:chgData name="Najat El ouafi" userId="de853e07ae128b6e" providerId="LiveId" clId="{4E7EEB76-965E-4D16-A9BF-12C2C671CE0D}" dt="2026-05-20T23:23:28.760" v="1086" actId="26606"/>
          <ac:spMkLst>
            <pc:docMk/>
            <pc:sldMk cId="1152128445" sldId="279"/>
            <ac:spMk id="12" creationId="{2E92FA66-67D7-4CB4-94D3-E643A9AD4757}"/>
          </ac:spMkLst>
        </pc:spChg>
        <pc:graphicFrameChg chg="add mod ord">
          <ac:chgData name="Najat El ouafi" userId="de853e07ae128b6e" providerId="LiveId" clId="{4E7EEB76-965E-4D16-A9BF-12C2C671CE0D}" dt="2026-05-20T23:23:28.760" v="1086" actId="26606"/>
          <ac:graphicFrameMkLst>
            <pc:docMk/>
            <pc:sldMk cId="1152128445" sldId="279"/>
            <ac:graphicFrameMk id="4" creationId="{8BC5D8F6-949F-57B1-7BC3-891FC195A592}"/>
          </ac:graphicFrameMkLst>
        </pc:graphicFrameChg>
      </pc:sldChg>
      <pc:sldChg chg="addSp delSp modSp new mod setBg">
        <pc:chgData name="Najat El ouafi" userId="de853e07ae128b6e" providerId="LiveId" clId="{4E7EEB76-965E-4D16-A9BF-12C2C671CE0D}" dt="2026-05-20T23:18:29.892" v="1067" actId="26606"/>
        <pc:sldMkLst>
          <pc:docMk/>
          <pc:sldMk cId="2628226085" sldId="280"/>
        </pc:sldMkLst>
        <pc:spChg chg="mod">
          <ac:chgData name="Najat El ouafi" userId="de853e07ae128b6e" providerId="LiveId" clId="{4E7EEB76-965E-4D16-A9BF-12C2C671CE0D}" dt="2026-05-20T23:18:29.892" v="1067" actId="26606"/>
          <ac:spMkLst>
            <pc:docMk/>
            <pc:sldMk cId="2628226085" sldId="280"/>
            <ac:spMk id="2" creationId="{A7B01482-7D1E-EAE7-2B17-B3481404B457}"/>
          </ac:spMkLst>
        </pc:spChg>
        <pc:spChg chg="add del mod">
          <ac:chgData name="Najat El ouafi" userId="de853e07ae128b6e" providerId="LiveId" clId="{4E7EEB76-965E-4D16-A9BF-12C2C671CE0D}" dt="2026-05-20T23:18:29.892" v="1067" actId="26606"/>
          <ac:spMkLst>
            <pc:docMk/>
            <pc:sldMk cId="2628226085" sldId="280"/>
            <ac:spMk id="3" creationId="{3E41A3F6-1B0C-43D2-45F6-1A14F7D4FDE8}"/>
          </ac:spMkLst>
        </pc:spChg>
        <pc:spChg chg="add del">
          <ac:chgData name="Najat El ouafi" userId="de853e07ae128b6e" providerId="LiveId" clId="{4E7EEB76-965E-4D16-A9BF-12C2C671CE0D}" dt="2026-05-20T23:11:40.523" v="966" actId="478"/>
          <ac:spMkLst>
            <pc:docMk/>
            <pc:sldMk cId="2628226085" sldId="280"/>
            <ac:spMk id="6" creationId="{452A372D-135B-ADF4-7DE5-16EE3FCF7765}"/>
          </ac:spMkLst>
        </pc:spChg>
        <pc:spChg chg="add del mod">
          <ac:chgData name="Najat El ouafi" userId="de853e07ae128b6e" providerId="LiveId" clId="{4E7EEB76-965E-4D16-A9BF-12C2C671CE0D}" dt="2026-05-20T23:11:33.806" v="965" actId="478"/>
          <ac:spMkLst>
            <pc:docMk/>
            <pc:sldMk cId="2628226085" sldId="280"/>
            <ac:spMk id="9" creationId="{307A2256-C86D-0542-10F3-6182B210B089}"/>
          </ac:spMkLst>
        </pc:spChg>
        <pc:spChg chg="add del">
          <ac:chgData name="Najat El ouafi" userId="de853e07ae128b6e" providerId="LiveId" clId="{4E7EEB76-965E-4D16-A9BF-12C2C671CE0D}" dt="2026-05-20T23:12:14.896" v="968" actId="26606"/>
          <ac:spMkLst>
            <pc:docMk/>
            <pc:sldMk cId="2628226085" sldId="280"/>
            <ac:spMk id="10" creationId="{B50AB553-2A96-4A92-96F2-93548E096954}"/>
          </ac:spMkLst>
        </pc:spChg>
        <pc:spChg chg="add del">
          <ac:chgData name="Najat El ouafi" userId="de853e07ae128b6e" providerId="LiveId" clId="{4E7EEB76-965E-4D16-A9BF-12C2C671CE0D}" dt="2026-05-20T23:12:42.522" v="970" actId="26606"/>
          <ac:spMkLst>
            <pc:docMk/>
            <pc:sldMk cId="2628226085" sldId="280"/>
            <ac:spMk id="11" creationId="{256B2C21-A230-48C0-8DF1-C46611373C44}"/>
          </ac:spMkLst>
        </pc:spChg>
        <pc:spChg chg="add del">
          <ac:chgData name="Najat El ouafi" userId="de853e07ae128b6e" providerId="LiveId" clId="{4E7EEB76-965E-4D16-A9BF-12C2C671CE0D}" dt="2026-05-20T23:12:42.522" v="970" actId="26606"/>
          <ac:spMkLst>
            <pc:docMk/>
            <pc:sldMk cId="2628226085" sldId="280"/>
            <ac:spMk id="12" creationId="{BACC6370-2D7E-4714-9D71-7542949D7D5D}"/>
          </ac:spMkLst>
        </pc:spChg>
        <pc:spChg chg="add del">
          <ac:chgData name="Najat El ouafi" userId="de853e07ae128b6e" providerId="LiveId" clId="{4E7EEB76-965E-4D16-A9BF-12C2C671CE0D}" dt="2026-05-20T23:12:42.522" v="970" actId="26606"/>
          <ac:spMkLst>
            <pc:docMk/>
            <pc:sldMk cId="2628226085" sldId="280"/>
            <ac:spMk id="13" creationId="{3847E18C-932D-4C95-AABA-FEC7C9499AD7}"/>
          </ac:spMkLst>
        </pc:spChg>
        <pc:spChg chg="add del">
          <ac:chgData name="Najat El ouafi" userId="de853e07ae128b6e" providerId="LiveId" clId="{4E7EEB76-965E-4D16-A9BF-12C2C671CE0D}" dt="2026-05-20T23:12:42.522" v="970" actId="26606"/>
          <ac:spMkLst>
            <pc:docMk/>
            <pc:sldMk cId="2628226085" sldId="280"/>
            <ac:spMk id="15" creationId="{3150CB11-0C61-439E-910F-5787759E72A0}"/>
          </ac:spMkLst>
        </pc:spChg>
        <pc:spChg chg="add del">
          <ac:chgData name="Najat El ouafi" userId="de853e07ae128b6e" providerId="LiveId" clId="{4E7EEB76-965E-4D16-A9BF-12C2C671CE0D}" dt="2026-05-20T23:15:21.866" v="1010" actId="26606"/>
          <ac:spMkLst>
            <pc:docMk/>
            <pc:sldMk cId="2628226085" sldId="280"/>
            <ac:spMk id="16" creationId="{BACC6370-2D7E-4714-9D71-7542949D7D5D}"/>
          </ac:spMkLst>
        </pc:spChg>
        <pc:spChg chg="add del">
          <ac:chgData name="Najat El ouafi" userId="de853e07ae128b6e" providerId="LiveId" clId="{4E7EEB76-965E-4D16-A9BF-12C2C671CE0D}" dt="2026-05-20T23:12:42.522" v="970" actId="26606"/>
          <ac:spMkLst>
            <pc:docMk/>
            <pc:sldMk cId="2628226085" sldId="280"/>
            <ac:spMk id="17" creationId="{43F8A58B-5155-44CE-A5FF-7647B47D0A7A}"/>
          </ac:spMkLst>
        </pc:spChg>
        <pc:spChg chg="add del">
          <ac:chgData name="Najat El ouafi" userId="de853e07ae128b6e" providerId="LiveId" clId="{4E7EEB76-965E-4D16-A9BF-12C2C671CE0D}" dt="2026-05-20T23:15:21.866" v="1010" actId="26606"/>
          <ac:spMkLst>
            <pc:docMk/>
            <pc:sldMk cId="2628226085" sldId="280"/>
            <ac:spMk id="18" creationId="{256B2C21-A230-48C0-8DF1-C46611373C44}"/>
          </ac:spMkLst>
        </pc:spChg>
        <pc:spChg chg="add del">
          <ac:chgData name="Najat El ouafi" userId="de853e07ae128b6e" providerId="LiveId" clId="{4E7EEB76-965E-4D16-A9BF-12C2C671CE0D}" dt="2026-05-20T23:12:42.522" v="970" actId="26606"/>
          <ac:spMkLst>
            <pc:docMk/>
            <pc:sldMk cId="2628226085" sldId="280"/>
            <ac:spMk id="19" creationId="{443F2ACA-E6D6-4028-82DD-F03C262D5DE6}"/>
          </ac:spMkLst>
        </pc:spChg>
        <pc:spChg chg="add del">
          <ac:chgData name="Najat El ouafi" userId="de853e07ae128b6e" providerId="LiveId" clId="{4E7EEB76-965E-4D16-A9BF-12C2C671CE0D}" dt="2026-05-20T23:15:21.866" v="1010" actId="26606"/>
          <ac:spMkLst>
            <pc:docMk/>
            <pc:sldMk cId="2628226085" sldId="280"/>
            <ac:spMk id="20" creationId="{3847E18C-932D-4C95-AABA-FEC7C9499AD7}"/>
          </ac:spMkLst>
        </pc:spChg>
        <pc:spChg chg="add del">
          <ac:chgData name="Najat El ouafi" userId="de853e07ae128b6e" providerId="LiveId" clId="{4E7EEB76-965E-4D16-A9BF-12C2C671CE0D}" dt="2026-05-20T23:15:21.866" v="1010" actId="26606"/>
          <ac:spMkLst>
            <pc:docMk/>
            <pc:sldMk cId="2628226085" sldId="280"/>
            <ac:spMk id="21" creationId="{3150CB11-0C61-439E-910F-5787759E72A0}"/>
          </ac:spMkLst>
        </pc:spChg>
        <pc:spChg chg="add del">
          <ac:chgData name="Najat El ouafi" userId="de853e07ae128b6e" providerId="LiveId" clId="{4E7EEB76-965E-4D16-A9BF-12C2C671CE0D}" dt="2026-05-20T23:15:21.866" v="1010" actId="26606"/>
          <ac:spMkLst>
            <pc:docMk/>
            <pc:sldMk cId="2628226085" sldId="280"/>
            <ac:spMk id="22" creationId="{43F8A58B-5155-44CE-A5FF-7647B47D0A7A}"/>
          </ac:spMkLst>
        </pc:spChg>
        <pc:spChg chg="add del">
          <ac:chgData name="Najat El ouafi" userId="de853e07ae128b6e" providerId="LiveId" clId="{4E7EEB76-965E-4D16-A9BF-12C2C671CE0D}" dt="2026-05-20T23:15:21.866" v="1010" actId="26606"/>
          <ac:spMkLst>
            <pc:docMk/>
            <pc:sldMk cId="2628226085" sldId="280"/>
            <ac:spMk id="23" creationId="{443F2ACA-E6D6-4028-82DD-F03C262D5DE6}"/>
          </ac:spMkLst>
        </pc:spChg>
        <pc:spChg chg="add del">
          <ac:chgData name="Najat El ouafi" userId="de853e07ae128b6e" providerId="LiveId" clId="{4E7EEB76-965E-4D16-A9BF-12C2C671CE0D}" dt="2026-05-20T23:16:51.655" v="1030" actId="26606"/>
          <ac:spMkLst>
            <pc:docMk/>
            <pc:sldMk cId="2628226085" sldId="280"/>
            <ac:spMk id="25" creationId="{BACC6370-2D7E-4714-9D71-7542949D7D5D}"/>
          </ac:spMkLst>
        </pc:spChg>
        <pc:spChg chg="add del">
          <ac:chgData name="Najat El ouafi" userId="de853e07ae128b6e" providerId="LiveId" clId="{4E7EEB76-965E-4D16-A9BF-12C2C671CE0D}" dt="2026-05-20T23:16:51.655" v="1030" actId="26606"/>
          <ac:spMkLst>
            <pc:docMk/>
            <pc:sldMk cId="2628226085" sldId="280"/>
            <ac:spMk id="26" creationId="{256B2C21-A230-48C0-8DF1-C46611373C44}"/>
          </ac:spMkLst>
        </pc:spChg>
        <pc:spChg chg="add del">
          <ac:chgData name="Najat El ouafi" userId="de853e07ae128b6e" providerId="LiveId" clId="{4E7EEB76-965E-4D16-A9BF-12C2C671CE0D}" dt="2026-05-20T23:16:51.655" v="1030" actId="26606"/>
          <ac:spMkLst>
            <pc:docMk/>
            <pc:sldMk cId="2628226085" sldId="280"/>
            <ac:spMk id="27" creationId="{3847E18C-932D-4C95-AABA-FEC7C9499AD7}"/>
          </ac:spMkLst>
        </pc:spChg>
        <pc:spChg chg="add del">
          <ac:chgData name="Najat El ouafi" userId="de853e07ae128b6e" providerId="LiveId" clId="{4E7EEB76-965E-4D16-A9BF-12C2C671CE0D}" dt="2026-05-20T23:16:51.655" v="1030" actId="26606"/>
          <ac:spMkLst>
            <pc:docMk/>
            <pc:sldMk cId="2628226085" sldId="280"/>
            <ac:spMk id="28" creationId="{3150CB11-0C61-439E-910F-5787759E72A0}"/>
          </ac:spMkLst>
        </pc:spChg>
        <pc:spChg chg="add del">
          <ac:chgData name="Najat El ouafi" userId="de853e07ae128b6e" providerId="LiveId" clId="{4E7EEB76-965E-4D16-A9BF-12C2C671CE0D}" dt="2026-05-20T23:16:51.655" v="1030" actId="26606"/>
          <ac:spMkLst>
            <pc:docMk/>
            <pc:sldMk cId="2628226085" sldId="280"/>
            <ac:spMk id="29" creationId="{43F8A58B-5155-44CE-A5FF-7647B47D0A7A}"/>
          </ac:spMkLst>
        </pc:spChg>
        <pc:spChg chg="add del">
          <ac:chgData name="Najat El ouafi" userId="de853e07ae128b6e" providerId="LiveId" clId="{4E7EEB76-965E-4D16-A9BF-12C2C671CE0D}" dt="2026-05-20T23:16:51.655" v="1030" actId="26606"/>
          <ac:spMkLst>
            <pc:docMk/>
            <pc:sldMk cId="2628226085" sldId="280"/>
            <ac:spMk id="30" creationId="{443F2ACA-E6D6-4028-82DD-F03C262D5DE6}"/>
          </ac:spMkLst>
        </pc:spChg>
        <pc:spChg chg="add">
          <ac:chgData name="Najat El ouafi" userId="de853e07ae128b6e" providerId="LiveId" clId="{4E7EEB76-965E-4D16-A9BF-12C2C671CE0D}" dt="2026-05-20T23:18:29.892" v="1067" actId="26606"/>
          <ac:spMkLst>
            <pc:docMk/>
            <pc:sldMk cId="2628226085" sldId="280"/>
            <ac:spMk id="32" creationId="{BACC6370-2D7E-4714-9D71-7542949D7D5D}"/>
          </ac:spMkLst>
        </pc:spChg>
        <pc:spChg chg="add">
          <ac:chgData name="Najat El ouafi" userId="de853e07ae128b6e" providerId="LiveId" clId="{4E7EEB76-965E-4D16-A9BF-12C2C671CE0D}" dt="2026-05-20T23:18:29.892" v="1067" actId="26606"/>
          <ac:spMkLst>
            <pc:docMk/>
            <pc:sldMk cId="2628226085" sldId="280"/>
            <ac:spMk id="33" creationId="{256B2C21-A230-48C0-8DF1-C46611373C44}"/>
          </ac:spMkLst>
        </pc:spChg>
        <pc:spChg chg="add">
          <ac:chgData name="Najat El ouafi" userId="de853e07ae128b6e" providerId="LiveId" clId="{4E7EEB76-965E-4D16-A9BF-12C2C671CE0D}" dt="2026-05-20T23:18:29.892" v="1067" actId="26606"/>
          <ac:spMkLst>
            <pc:docMk/>
            <pc:sldMk cId="2628226085" sldId="280"/>
            <ac:spMk id="34" creationId="{3847E18C-932D-4C95-AABA-FEC7C9499AD7}"/>
          </ac:spMkLst>
        </pc:spChg>
        <pc:spChg chg="add">
          <ac:chgData name="Najat El ouafi" userId="de853e07ae128b6e" providerId="LiveId" clId="{4E7EEB76-965E-4D16-A9BF-12C2C671CE0D}" dt="2026-05-20T23:18:29.892" v="1067" actId="26606"/>
          <ac:spMkLst>
            <pc:docMk/>
            <pc:sldMk cId="2628226085" sldId="280"/>
            <ac:spMk id="35" creationId="{3150CB11-0C61-439E-910F-5787759E72A0}"/>
          </ac:spMkLst>
        </pc:spChg>
        <pc:spChg chg="add">
          <ac:chgData name="Najat El ouafi" userId="de853e07ae128b6e" providerId="LiveId" clId="{4E7EEB76-965E-4D16-A9BF-12C2C671CE0D}" dt="2026-05-20T23:18:29.892" v="1067" actId="26606"/>
          <ac:spMkLst>
            <pc:docMk/>
            <pc:sldMk cId="2628226085" sldId="280"/>
            <ac:spMk id="36" creationId="{43F8A58B-5155-44CE-A5FF-7647B47D0A7A}"/>
          </ac:spMkLst>
        </pc:spChg>
        <pc:spChg chg="add">
          <ac:chgData name="Najat El ouafi" userId="de853e07ae128b6e" providerId="LiveId" clId="{4E7EEB76-965E-4D16-A9BF-12C2C671CE0D}" dt="2026-05-20T23:18:29.892" v="1067" actId="26606"/>
          <ac:spMkLst>
            <pc:docMk/>
            <pc:sldMk cId="2628226085" sldId="280"/>
            <ac:spMk id="37" creationId="{443F2ACA-E6D6-4028-82DD-F03C262D5DE6}"/>
          </ac:spMkLst>
        </pc:spChg>
        <pc:graphicFrameChg chg="add mod">
          <ac:chgData name="Najat El ouafi" userId="de853e07ae128b6e" providerId="LiveId" clId="{4E7EEB76-965E-4D16-A9BF-12C2C671CE0D}" dt="2026-05-20T23:11:19.533" v="958"/>
          <ac:graphicFrameMkLst>
            <pc:docMk/>
            <pc:sldMk cId="2628226085" sldId="280"/>
            <ac:graphicFrameMk id="4" creationId="{D9E6294D-FEE7-5646-2112-846394D0795E}"/>
          </ac:graphicFrameMkLst>
        </pc:graphicFrameChg>
        <pc:graphicFrameChg chg="add del">
          <ac:chgData name="Najat El ouafi" userId="de853e07ae128b6e" providerId="LiveId" clId="{4E7EEB76-965E-4D16-A9BF-12C2C671CE0D}" dt="2026-05-20T23:12:14.896" v="968" actId="26606"/>
          <ac:graphicFrameMkLst>
            <pc:docMk/>
            <pc:sldMk cId="2628226085" sldId="280"/>
            <ac:graphicFrameMk id="5" creationId="{DB45970E-1A5A-D8B8-F275-0F08E0C862E0}"/>
          </ac:graphicFrameMkLst>
        </pc:graphicFrameChg>
        <pc:graphicFrameChg chg="add mod">
          <ac:chgData name="Najat El ouafi" userId="de853e07ae128b6e" providerId="LiveId" clId="{4E7EEB76-965E-4D16-A9BF-12C2C671CE0D}" dt="2026-05-20T23:11:23.050" v="961"/>
          <ac:graphicFrameMkLst>
            <pc:docMk/>
            <pc:sldMk cId="2628226085" sldId="280"/>
            <ac:graphicFrameMk id="7" creationId="{FBE9CF7E-CB8D-9CBC-822D-1F834709CFC1}"/>
          </ac:graphicFrameMkLst>
        </pc:graphicFrameChg>
        <pc:graphicFrameChg chg="add del">
          <ac:chgData name="Najat El ouafi" userId="de853e07ae128b6e" providerId="LiveId" clId="{4E7EEB76-965E-4D16-A9BF-12C2C671CE0D}" dt="2026-05-20T23:12:42.522" v="970" actId="26606"/>
          <ac:graphicFrameMkLst>
            <pc:docMk/>
            <pc:sldMk cId="2628226085" sldId="280"/>
            <ac:graphicFrameMk id="14" creationId="{7232CB95-01AE-5807-D024-DD11E99983B6}"/>
          </ac:graphicFrameMkLst>
        </pc:graphicFrameChg>
        <pc:graphicFrameChg chg="add del">
          <ac:chgData name="Najat El ouafi" userId="de853e07ae128b6e" providerId="LiveId" clId="{4E7EEB76-965E-4D16-A9BF-12C2C671CE0D}" dt="2026-05-20T23:15:21.866" v="1010" actId="26606"/>
          <ac:graphicFrameMkLst>
            <pc:docMk/>
            <pc:sldMk cId="2628226085" sldId="280"/>
            <ac:graphicFrameMk id="24" creationId="{30A0D40E-2B3A-7C01-B504-67B7B76DBFD4}"/>
          </ac:graphicFrameMkLst>
        </pc:graphicFrameChg>
        <pc:graphicFrameChg chg="add del">
          <ac:chgData name="Najat El ouafi" userId="de853e07ae128b6e" providerId="LiveId" clId="{4E7EEB76-965E-4D16-A9BF-12C2C671CE0D}" dt="2026-05-20T23:16:51.655" v="1030" actId="26606"/>
          <ac:graphicFrameMkLst>
            <pc:docMk/>
            <pc:sldMk cId="2628226085" sldId="280"/>
            <ac:graphicFrameMk id="31" creationId="{367AB4D9-2FE0-8B69-E2B6-6788963DBAD9}"/>
          </ac:graphicFrameMkLst>
        </pc:graphicFrameChg>
        <pc:graphicFrameChg chg="add">
          <ac:chgData name="Najat El ouafi" userId="de853e07ae128b6e" providerId="LiveId" clId="{4E7EEB76-965E-4D16-A9BF-12C2C671CE0D}" dt="2026-05-20T23:18:29.892" v="1067" actId="26606"/>
          <ac:graphicFrameMkLst>
            <pc:docMk/>
            <pc:sldMk cId="2628226085" sldId="280"/>
            <ac:graphicFrameMk id="38" creationId="{21F57684-F2B3-78F7-A258-6B0642114AD8}"/>
          </ac:graphicFrameMkLst>
        </pc:graphicFrameChg>
        <pc:picChg chg="add del">
          <ac:chgData name="Najat El ouafi" userId="de853e07ae128b6e" providerId="LiveId" clId="{4E7EEB76-965E-4D16-A9BF-12C2C671CE0D}" dt="2026-05-20T23:12:14.896" v="968" actId="26606"/>
          <ac:picMkLst>
            <pc:docMk/>
            <pc:sldMk cId="2628226085" sldId="280"/>
            <ac:picMk id="8" creationId="{F2DF4C4A-0C64-B893-69D1-9284568B2BF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e853e07ae128b6e/Desktop/Bootcamp/Capstone/diabetic_final_clean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e853e07ae128b6e/Desktop/Bootcamp/Capstone/diabetic_final_clean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e853e07ae128b6e/Desktop/Bootcamp/Capstone/diabetic_final_clean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[diabetic_final_cleaned.xlsx]Readmission!PivotTable1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solidFill>
                  <a:sysClr val="windowText" lastClr="000000"/>
                </a:solidFill>
                <a:effectLst/>
              </a:rPr>
              <a:t>Readmissions by Gender &amp; Age group</a:t>
            </a:r>
            <a:endParaRPr lang="en-US" b="1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28532865811151659"/>
          <c:y val="6.74030329542140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122142340903042E-2"/>
          <c:y val="0.18413715505437642"/>
          <c:w val="0.8841416562060177"/>
          <c:h val="0.748388886360930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Readmission!$B$3:$B$4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Readmission!$A$5:$A$15</c:f>
              <c:strCache>
                <c:ptCount val="10"/>
                <c:pt idx="0">
                  <c:v>[0-10)</c:v>
                </c:pt>
                <c:pt idx="1">
                  <c:v>[10-20)</c:v>
                </c:pt>
                <c:pt idx="2">
                  <c:v>[20-30)</c:v>
                </c:pt>
                <c:pt idx="3">
                  <c:v>[30-40)</c:v>
                </c:pt>
                <c:pt idx="4">
                  <c:v>[40-50)</c:v>
                </c:pt>
                <c:pt idx="5">
                  <c:v>[50-60)</c:v>
                </c:pt>
                <c:pt idx="6">
                  <c:v>[60-70)</c:v>
                </c:pt>
                <c:pt idx="7">
                  <c:v>[70-80)</c:v>
                </c:pt>
                <c:pt idx="8">
                  <c:v>[80-90)</c:v>
                </c:pt>
                <c:pt idx="9">
                  <c:v>[90-100)</c:v>
                </c:pt>
              </c:strCache>
            </c:strRef>
          </c:cat>
          <c:val>
            <c:numRef>
              <c:f>Readmission!$B$5:$B$15</c:f>
              <c:numCache>
                <c:formatCode>General</c:formatCode>
                <c:ptCount val="10"/>
                <c:pt idx="0">
                  <c:v>14</c:v>
                </c:pt>
                <c:pt idx="1">
                  <c:v>171</c:v>
                </c:pt>
                <c:pt idx="2">
                  <c:v>523</c:v>
                </c:pt>
                <c:pt idx="3">
                  <c:v>889</c:v>
                </c:pt>
                <c:pt idx="4">
                  <c:v>2196</c:v>
                </c:pt>
                <c:pt idx="5">
                  <c:v>3956</c:v>
                </c:pt>
                <c:pt idx="6">
                  <c:v>5218</c:v>
                </c:pt>
                <c:pt idx="7">
                  <c:v>6743</c:v>
                </c:pt>
                <c:pt idx="8">
                  <c:v>5137</c:v>
                </c:pt>
                <c:pt idx="9">
                  <c:v>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9C-4BB9-98BA-3F53DDFC8C8F}"/>
            </c:ext>
          </c:extLst>
        </c:ser>
        <c:ser>
          <c:idx val="1"/>
          <c:order val="1"/>
          <c:tx>
            <c:strRef>
              <c:f>Readmission!$C$3:$C$4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Readmission!$A$5:$A$15</c:f>
              <c:strCache>
                <c:ptCount val="10"/>
                <c:pt idx="0">
                  <c:v>[0-10)</c:v>
                </c:pt>
                <c:pt idx="1">
                  <c:v>[10-20)</c:v>
                </c:pt>
                <c:pt idx="2">
                  <c:v>[20-30)</c:v>
                </c:pt>
                <c:pt idx="3">
                  <c:v>[30-40)</c:v>
                </c:pt>
                <c:pt idx="4">
                  <c:v>[40-50)</c:v>
                </c:pt>
                <c:pt idx="5">
                  <c:v>[50-60)</c:v>
                </c:pt>
                <c:pt idx="6">
                  <c:v>[60-70)</c:v>
                </c:pt>
                <c:pt idx="7">
                  <c:v>[70-80)</c:v>
                </c:pt>
                <c:pt idx="8">
                  <c:v>[80-90)</c:v>
                </c:pt>
                <c:pt idx="9">
                  <c:v>[90-100)</c:v>
                </c:pt>
              </c:strCache>
            </c:strRef>
          </c:cat>
          <c:val>
            <c:numRef>
              <c:f>Readmission!$C$5:$C$15</c:f>
              <c:numCache>
                <c:formatCode>General</c:formatCode>
                <c:ptCount val="10"/>
                <c:pt idx="0">
                  <c:v>15</c:v>
                </c:pt>
                <c:pt idx="1">
                  <c:v>93</c:v>
                </c:pt>
                <c:pt idx="2">
                  <c:v>223</c:v>
                </c:pt>
                <c:pt idx="3">
                  <c:v>722</c:v>
                </c:pt>
                <c:pt idx="4">
                  <c:v>2109</c:v>
                </c:pt>
                <c:pt idx="5">
                  <c:v>3629</c:v>
                </c:pt>
                <c:pt idx="6">
                  <c:v>5181</c:v>
                </c:pt>
                <c:pt idx="7">
                  <c:v>5801</c:v>
                </c:pt>
                <c:pt idx="8">
                  <c:v>3164</c:v>
                </c:pt>
                <c:pt idx="9">
                  <c:v>295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9C-4BB9-98BA-3F53DDFC8C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83299263"/>
        <c:axId val="2083296383"/>
      </c:barChart>
      <c:catAx>
        <c:axId val="2083299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296383"/>
        <c:crosses val="autoZero"/>
        <c:auto val="1"/>
        <c:lblAlgn val="ctr"/>
        <c:lblOffset val="100"/>
        <c:noMultiLvlLbl val="0"/>
      </c:catAx>
      <c:valAx>
        <c:axId val="208329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3299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[diabetic_final_cleaned.xlsx]Race Distribution Chart!PivotTable2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>
                <a:solidFill>
                  <a:sysClr val="windowText" lastClr="000000"/>
                </a:solidFill>
                <a:effectLst/>
              </a:rPr>
              <a:t>Race Distribution Chart</a:t>
            </a:r>
            <a:endParaRPr lang="en-US">
              <a:solidFill>
                <a:sysClr val="windowText" lastClr="000000"/>
              </a:solidFill>
            </a:endParaRPr>
          </a:p>
        </c:rich>
      </c:tx>
      <c:layout>
        <c:manualLayout>
          <c:xMode val="edge"/>
          <c:yMode val="edge"/>
          <c:x val="0.38907004830917874"/>
          <c:y val="4.49731093280936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6931321084864391E-2"/>
          <c:y val="0.14853536941816223"/>
          <c:w val="0.89004136711171977"/>
          <c:h val="0.774499883437753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'Race Distribution Chart'!$B$3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'Race Distribution Chart'!$A$4:$A$10</c:f>
              <c:strCache>
                <c:ptCount val="6"/>
                <c:pt idx="0">
                  <c:v>Caucasian</c:v>
                </c:pt>
                <c:pt idx="1">
                  <c:v>African American</c:v>
                </c:pt>
                <c:pt idx="2">
                  <c:v>Unknown</c:v>
                </c:pt>
                <c:pt idx="3">
                  <c:v>Hispanic</c:v>
                </c:pt>
                <c:pt idx="4">
                  <c:v>Other</c:v>
                </c:pt>
                <c:pt idx="5">
                  <c:v>Asian</c:v>
                </c:pt>
              </c:strCache>
            </c:strRef>
          </c:cat>
          <c:val>
            <c:numRef>
              <c:f>'Race Distribution Chart'!$B$4:$B$10</c:f>
              <c:numCache>
                <c:formatCode>General</c:formatCode>
                <c:ptCount val="6"/>
                <c:pt idx="0">
                  <c:v>76099</c:v>
                </c:pt>
                <c:pt idx="1">
                  <c:v>19210</c:v>
                </c:pt>
                <c:pt idx="2">
                  <c:v>2273</c:v>
                </c:pt>
                <c:pt idx="3">
                  <c:v>2037</c:v>
                </c:pt>
                <c:pt idx="4">
                  <c:v>1506</c:v>
                </c:pt>
                <c:pt idx="5">
                  <c:v>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9D-4B68-87C4-3AD0FDEEF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238751"/>
        <c:axId val="120241631"/>
      </c:barChart>
      <c:catAx>
        <c:axId val="120238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41631"/>
        <c:crosses val="autoZero"/>
        <c:auto val="1"/>
        <c:lblAlgn val="ctr"/>
        <c:lblOffset val="100"/>
        <c:noMultiLvlLbl val="0"/>
      </c:catAx>
      <c:valAx>
        <c:axId val="120241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38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[diabetic_final_cleaned.xlsx]Sheet2!PivotTable2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Admission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Sheet2!$A$4:$A$12</c:f>
              <c:strCache>
                <c:ptCount val="8"/>
                <c:pt idx="0">
                  <c:v>Emergency</c:v>
                </c:pt>
                <c:pt idx="1">
                  <c:v>Elective</c:v>
                </c:pt>
                <c:pt idx="2">
                  <c:v>Urgent</c:v>
                </c:pt>
                <c:pt idx="3">
                  <c:v>Unknown</c:v>
                </c:pt>
                <c:pt idx="4">
                  <c:v>Not Available</c:v>
                </c:pt>
                <c:pt idx="5">
                  <c:v>Not Mapped</c:v>
                </c:pt>
                <c:pt idx="6">
                  <c:v>Trauma Center</c:v>
                </c:pt>
                <c:pt idx="7">
                  <c:v>Newborn</c:v>
                </c:pt>
              </c:strCache>
            </c:strRef>
          </c:cat>
          <c:val>
            <c:numRef>
              <c:f>Sheet2!$B$4:$B$12</c:f>
              <c:numCache>
                <c:formatCode>0.00%</c:formatCode>
                <c:ptCount val="8"/>
                <c:pt idx="0">
                  <c:v>0.53053082561955855</c:v>
                </c:pt>
                <c:pt idx="1">
                  <c:v>0.18541556118939528</c:v>
                </c:pt>
                <c:pt idx="2">
                  <c:v>0.18159306644655385</c:v>
                </c:pt>
                <c:pt idx="3">
                  <c:v>5.1991824381424051E-2</c:v>
                </c:pt>
                <c:pt idx="4">
                  <c:v>4.7019633276339838E-2</c:v>
                </c:pt>
                <c:pt idx="5">
                  <c:v>3.1444686830572098E-3</c:v>
                </c:pt>
                <c:pt idx="6">
                  <c:v>2.063557573256294E-4</c:v>
                </c:pt>
                <c:pt idx="7">
                  <c:v>9.8264646345537808E-5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C7-444A-BEB5-7B60779E20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96675408"/>
        <c:axId val="1596673968"/>
      </c:barChart>
      <c:catAx>
        <c:axId val="159667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6673968"/>
        <c:crosses val="autoZero"/>
        <c:auto val="1"/>
        <c:lblAlgn val="ctr"/>
        <c:lblOffset val="100"/>
        <c:noMultiLvlLbl val="0"/>
      </c:catAx>
      <c:valAx>
        <c:axId val="159667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6675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34B309-CBDC-4922-9B37-505FC1FEC18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852008-368E-4F07-A0BE-0EBEAF5A8BF8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4F486DEF-4869-41EE-8A81-5A2BB306DF73}" type="parTrans" cxnId="{CC4C2623-1BA9-4D8D-A166-8F844B7F7F94}">
      <dgm:prSet/>
      <dgm:spPr/>
      <dgm:t>
        <a:bodyPr/>
        <a:lstStyle/>
        <a:p>
          <a:endParaRPr lang="en-US"/>
        </a:p>
      </dgm:t>
    </dgm:pt>
    <dgm:pt modelId="{5B9AD499-A5EB-4D8A-B104-E39EF0672EDD}" type="sibTrans" cxnId="{CC4C2623-1BA9-4D8D-A166-8F844B7F7F94}">
      <dgm:prSet/>
      <dgm:spPr/>
      <dgm:t>
        <a:bodyPr/>
        <a:lstStyle/>
        <a:p>
          <a:endParaRPr lang="en-US"/>
        </a:p>
      </dgm:t>
    </dgm:pt>
    <dgm:pt modelId="{B665E64D-7926-49B9-B240-78E99B9D5627}">
      <dgm:prSet/>
      <dgm:spPr/>
      <dgm:t>
        <a:bodyPr/>
        <a:lstStyle/>
        <a:p>
          <a:r>
            <a:rPr lang="en-US"/>
            <a:t>Objective</a:t>
          </a:r>
        </a:p>
      </dgm:t>
    </dgm:pt>
    <dgm:pt modelId="{7C4B8084-E4F7-4681-9A7E-0A0C772A0C6D}" type="parTrans" cxnId="{758A5673-459F-4ED0-A435-51BDCDDD1C64}">
      <dgm:prSet/>
      <dgm:spPr/>
      <dgm:t>
        <a:bodyPr/>
        <a:lstStyle/>
        <a:p>
          <a:endParaRPr lang="en-US"/>
        </a:p>
      </dgm:t>
    </dgm:pt>
    <dgm:pt modelId="{BF4A5BD1-8809-4A37-A162-C6FB9FA4B7B9}" type="sibTrans" cxnId="{758A5673-459F-4ED0-A435-51BDCDDD1C64}">
      <dgm:prSet/>
      <dgm:spPr/>
      <dgm:t>
        <a:bodyPr/>
        <a:lstStyle/>
        <a:p>
          <a:endParaRPr lang="en-US"/>
        </a:p>
      </dgm:t>
    </dgm:pt>
    <dgm:pt modelId="{4A15DE01-8876-40B8-92DD-1BE1E3B8F45C}">
      <dgm:prSet/>
      <dgm:spPr/>
      <dgm:t>
        <a:bodyPr/>
        <a:lstStyle/>
        <a:p>
          <a:r>
            <a:rPr lang="en-US"/>
            <a:t>Methodology</a:t>
          </a:r>
        </a:p>
      </dgm:t>
    </dgm:pt>
    <dgm:pt modelId="{24F82BE1-B613-42E3-B07E-F0E323129E52}" type="parTrans" cxnId="{A56E9DCD-9C2D-46D5-B100-971FE61A7D49}">
      <dgm:prSet/>
      <dgm:spPr/>
      <dgm:t>
        <a:bodyPr/>
        <a:lstStyle/>
        <a:p>
          <a:endParaRPr lang="en-US"/>
        </a:p>
      </dgm:t>
    </dgm:pt>
    <dgm:pt modelId="{A6AE45EC-B1C1-4D01-AF9A-B8C4E32BB21B}" type="sibTrans" cxnId="{A56E9DCD-9C2D-46D5-B100-971FE61A7D49}">
      <dgm:prSet/>
      <dgm:spPr/>
      <dgm:t>
        <a:bodyPr/>
        <a:lstStyle/>
        <a:p>
          <a:endParaRPr lang="en-US"/>
        </a:p>
      </dgm:t>
    </dgm:pt>
    <dgm:pt modelId="{84B26266-BC44-4944-9FA1-F3B09B892D2E}">
      <dgm:prSet/>
      <dgm:spPr/>
      <dgm:t>
        <a:bodyPr/>
        <a:lstStyle/>
        <a:p>
          <a:r>
            <a:rPr lang="en-US"/>
            <a:t>Analysis</a:t>
          </a:r>
        </a:p>
      </dgm:t>
    </dgm:pt>
    <dgm:pt modelId="{906541DD-527F-4BF4-8040-9FBD77B4E08F}" type="parTrans" cxnId="{441092EF-96F0-4DEE-B37D-3762743F222B}">
      <dgm:prSet/>
      <dgm:spPr/>
      <dgm:t>
        <a:bodyPr/>
        <a:lstStyle/>
        <a:p>
          <a:endParaRPr lang="en-US"/>
        </a:p>
      </dgm:t>
    </dgm:pt>
    <dgm:pt modelId="{6C68CD90-333A-4332-8C0E-2FF13EF6927A}" type="sibTrans" cxnId="{441092EF-96F0-4DEE-B37D-3762743F222B}">
      <dgm:prSet/>
      <dgm:spPr/>
      <dgm:t>
        <a:bodyPr/>
        <a:lstStyle/>
        <a:p>
          <a:endParaRPr lang="en-US"/>
        </a:p>
      </dgm:t>
    </dgm:pt>
    <dgm:pt modelId="{12CE4691-FE49-4665-A70E-1183DEC6D171}">
      <dgm:prSet/>
      <dgm:spPr/>
      <dgm:t>
        <a:bodyPr/>
        <a:lstStyle/>
        <a:p>
          <a:r>
            <a:rPr lang="en-US"/>
            <a:t>Conclusion and Recommendations</a:t>
          </a:r>
        </a:p>
      </dgm:t>
    </dgm:pt>
    <dgm:pt modelId="{5D1C9670-6717-44A2-8132-543088184992}" type="parTrans" cxnId="{58F0164B-9C2A-46FC-A745-7577131D84B6}">
      <dgm:prSet/>
      <dgm:spPr/>
      <dgm:t>
        <a:bodyPr/>
        <a:lstStyle/>
        <a:p>
          <a:endParaRPr lang="en-US"/>
        </a:p>
      </dgm:t>
    </dgm:pt>
    <dgm:pt modelId="{623ED3A1-E205-4120-A6CE-2FD67029F3CD}" type="sibTrans" cxnId="{58F0164B-9C2A-46FC-A745-7577131D84B6}">
      <dgm:prSet/>
      <dgm:spPr/>
      <dgm:t>
        <a:bodyPr/>
        <a:lstStyle/>
        <a:p>
          <a:endParaRPr lang="en-US"/>
        </a:p>
      </dgm:t>
    </dgm:pt>
    <dgm:pt modelId="{B2919045-323F-462F-B455-28474760C168}">
      <dgm:prSet/>
      <dgm:spPr/>
      <dgm:t>
        <a:bodyPr/>
        <a:lstStyle/>
        <a:p>
          <a:r>
            <a:rPr lang="en-US"/>
            <a:t>QA</a:t>
          </a:r>
        </a:p>
      </dgm:t>
    </dgm:pt>
    <dgm:pt modelId="{33BED4F9-0FF6-4091-BE70-BE7B359E4A8C}" type="parTrans" cxnId="{565873B7-1C9C-4FD2-828A-2FEECE388427}">
      <dgm:prSet/>
      <dgm:spPr/>
      <dgm:t>
        <a:bodyPr/>
        <a:lstStyle/>
        <a:p>
          <a:endParaRPr lang="en-US"/>
        </a:p>
      </dgm:t>
    </dgm:pt>
    <dgm:pt modelId="{0E927884-0BC5-4C8B-B493-1F87E6FDEBE0}" type="sibTrans" cxnId="{565873B7-1C9C-4FD2-828A-2FEECE388427}">
      <dgm:prSet/>
      <dgm:spPr/>
      <dgm:t>
        <a:bodyPr/>
        <a:lstStyle/>
        <a:p>
          <a:endParaRPr lang="en-US"/>
        </a:p>
      </dgm:t>
    </dgm:pt>
    <dgm:pt modelId="{0B78E0A9-7CA2-44EA-A744-2DC34979ED55}" type="pres">
      <dgm:prSet presAssocID="{B534B309-CBDC-4922-9B37-505FC1FEC182}" presName="linear" presStyleCnt="0">
        <dgm:presLayoutVars>
          <dgm:animLvl val="lvl"/>
          <dgm:resizeHandles val="exact"/>
        </dgm:presLayoutVars>
      </dgm:prSet>
      <dgm:spPr/>
    </dgm:pt>
    <dgm:pt modelId="{03A03D70-14ED-4ACD-8014-56E463A62ECF}" type="pres">
      <dgm:prSet presAssocID="{32852008-368E-4F07-A0BE-0EBEAF5A8BF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4994AFD-6B1C-4252-8847-5129175728B1}" type="pres">
      <dgm:prSet presAssocID="{5B9AD499-A5EB-4D8A-B104-E39EF0672EDD}" presName="spacer" presStyleCnt="0"/>
      <dgm:spPr/>
    </dgm:pt>
    <dgm:pt modelId="{E9CD07B2-F565-45B6-9A3C-F897BF5F6967}" type="pres">
      <dgm:prSet presAssocID="{B665E64D-7926-49B9-B240-78E99B9D562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67769A9-5613-42B7-8121-F574061059E7}" type="pres">
      <dgm:prSet presAssocID="{BF4A5BD1-8809-4A37-A162-C6FB9FA4B7B9}" presName="spacer" presStyleCnt="0"/>
      <dgm:spPr/>
    </dgm:pt>
    <dgm:pt modelId="{176E51EC-380F-413F-A740-0D3C7006A2EE}" type="pres">
      <dgm:prSet presAssocID="{4A15DE01-8876-40B8-92DD-1BE1E3B8F45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1931969-30D5-4243-B9AD-CD4D8D11FEC5}" type="pres">
      <dgm:prSet presAssocID="{A6AE45EC-B1C1-4D01-AF9A-B8C4E32BB21B}" presName="spacer" presStyleCnt="0"/>
      <dgm:spPr/>
    </dgm:pt>
    <dgm:pt modelId="{2D38EA66-AE6D-42FB-9DAD-7ECC752AAA32}" type="pres">
      <dgm:prSet presAssocID="{84B26266-BC44-4944-9FA1-F3B09B892D2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5FF0877-536C-4DF1-A688-639DDDD2AB10}" type="pres">
      <dgm:prSet presAssocID="{6C68CD90-333A-4332-8C0E-2FF13EF6927A}" presName="spacer" presStyleCnt="0"/>
      <dgm:spPr/>
    </dgm:pt>
    <dgm:pt modelId="{6AF46555-8155-4BEE-92A4-9FDEAB408739}" type="pres">
      <dgm:prSet presAssocID="{12CE4691-FE49-4665-A70E-1183DEC6D17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723DD4D-A6C0-4A9A-8223-D64D3A8E5DF6}" type="pres">
      <dgm:prSet presAssocID="{623ED3A1-E205-4120-A6CE-2FD67029F3CD}" presName="spacer" presStyleCnt="0"/>
      <dgm:spPr/>
    </dgm:pt>
    <dgm:pt modelId="{F3470C47-D07C-4F1F-B977-A736D407401C}" type="pres">
      <dgm:prSet presAssocID="{B2919045-323F-462F-B455-28474760C16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2F85406-DC0C-4105-B231-FF6D214D64C8}" type="presOf" srcId="{B665E64D-7926-49B9-B240-78E99B9D5627}" destId="{E9CD07B2-F565-45B6-9A3C-F897BF5F6967}" srcOrd="0" destOrd="0" presId="urn:microsoft.com/office/officeart/2005/8/layout/vList2"/>
    <dgm:cxn modelId="{5768A614-9231-47EE-9E77-D0F2E5EF55C2}" type="presOf" srcId="{32852008-368E-4F07-A0BE-0EBEAF5A8BF8}" destId="{03A03D70-14ED-4ACD-8014-56E463A62ECF}" srcOrd="0" destOrd="0" presId="urn:microsoft.com/office/officeart/2005/8/layout/vList2"/>
    <dgm:cxn modelId="{19435F16-7598-4496-A6CE-FDC6ECEBCC6B}" type="presOf" srcId="{84B26266-BC44-4944-9FA1-F3B09B892D2E}" destId="{2D38EA66-AE6D-42FB-9DAD-7ECC752AAA32}" srcOrd="0" destOrd="0" presId="urn:microsoft.com/office/officeart/2005/8/layout/vList2"/>
    <dgm:cxn modelId="{CC4C2623-1BA9-4D8D-A166-8F844B7F7F94}" srcId="{B534B309-CBDC-4922-9B37-505FC1FEC182}" destId="{32852008-368E-4F07-A0BE-0EBEAF5A8BF8}" srcOrd="0" destOrd="0" parTransId="{4F486DEF-4869-41EE-8A81-5A2BB306DF73}" sibTransId="{5B9AD499-A5EB-4D8A-B104-E39EF0672EDD}"/>
    <dgm:cxn modelId="{A11DE936-952B-4EB9-8FFB-3C2F8854869E}" type="presOf" srcId="{12CE4691-FE49-4665-A70E-1183DEC6D171}" destId="{6AF46555-8155-4BEE-92A4-9FDEAB408739}" srcOrd="0" destOrd="0" presId="urn:microsoft.com/office/officeart/2005/8/layout/vList2"/>
    <dgm:cxn modelId="{58F0164B-9C2A-46FC-A745-7577131D84B6}" srcId="{B534B309-CBDC-4922-9B37-505FC1FEC182}" destId="{12CE4691-FE49-4665-A70E-1183DEC6D171}" srcOrd="4" destOrd="0" parTransId="{5D1C9670-6717-44A2-8132-543088184992}" sibTransId="{623ED3A1-E205-4120-A6CE-2FD67029F3CD}"/>
    <dgm:cxn modelId="{758A5673-459F-4ED0-A435-51BDCDDD1C64}" srcId="{B534B309-CBDC-4922-9B37-505FC1FEC182}" destId="{B665E64D-7926-49B9-B240-78E99B9D5627}" srcOrd="1" destOrd="0" parTransId="{7C4B8084-E4F7-4681-9A7E-0A0C772A0C6D}" sibTransId="{BF4A5BD1-8809-4A37-A162-C6FB9FA4B7B9}"/>
    <dgm:cxn modelId="{110D0A7B-FFA7-4F09-A660-40F9755E963D}" type="presOf" srcId="{B2919045-323F-462F-B455-28474760C168}" destId="{F3470C47-D07C-4F1F-B977-A736D407401C}" srcOrd="0" destOrd="0" presId="urn:microsoft.com/office/officeart/2005/8/layout/vList2"/>
    <dgm:cxn modelId="{BBBE14AB-F92B-4CAD-8316-60AC4B5384E6}" type="presOf" srcId="{B534B309-CBDC-4922-9B37-505FC1FEC182}" destId="{0B78E0A9-7CA2-44EA-A744-2DC34979ED55}" srcOrd="0" destOrd="0" presId="urn:microsoft.com/office/officeart/2005/8/layout/vList2"/>
    <dgm:cxn modelId="{565873B7-1C9C-4FD2-828A-2FEECE388427}" srcId="{B534B309-CBDC-4922-9B37-505FC1FEC182}" destId="{B2919045-323F-462F-B455-28474760C168}" srcOrd="5" destOrd="0" parTransId="{33BED4F9-0FF6-4091-BE70-BE7B359E4A8C}" sibTransId="{0E927884-0BC5-4C8B-B493-1F87E6FDEBE0}"/>
    <dgm:cxn modelId="{A56E9DCD-9C2D-46D5-B100-971FE61A7D49}" srcId="{B534B309-CBDC-4922-9B37-505FC1FEC182}" destId="{4A15DE01-8876-40B8-92DD-1BE1E3B8F45C}" srcOrd="2" destOrd="0" parTransId="{24F82BE1-B613-42E3-B07E-F0E323129E52}" sibTransId="{A6AE45EC-B1C1-4D01-AF9A-B8C4E32BB21B}"/>
    <dgm:cxn modelId="{24D287D6-773E-40B1-AEA8-174E1E7E08D4}" type="presOf" srcId="{4A15DE01-8876-40B8-92DD-1BE1E3B8F45C}" destId="{176E51EC-380F-413F-A740-0D3C7006A2EE}" srcOrd="0" destOrd="0" presId="urn:microsoft.com/office/officeart/2005/8/layout/vList2"/>
    <dgm:cxn modelId="{441092EF-96F0-4DEE-B37D-3762743F222B}" srcId="{B534B309-CBDC-4922-9B37-505FC1FEC182}" destId="{84B26266-BC44-4944-9FA1-F3B09B892D2E}" srcOrd="3" destOrd="0" parTransId="{906541DD-527F-4BF4-8040-9FBD77B4E08F}" sibTransId="{6C68CD90-333A-4332-8C0E-2FF13EF6927A}"/>
    <dgm:cxn modelId="{7F85DB48-BC2E-4647-B6E1-2CBAA2332FE6}" type="presParOf" srcId="{0B78E0A9-7CA2-44EA-A744-2DC34979ED55}" destId="{03A03D70-14ED-4ACD-8014-56E463A62ECF}" srcOrd="0" destOrd="0" presId="urn:microsoft.com/office/officeart/2005/8/layout/vList2"/>
    <dgm:cxn modelId="{CB3BD699-A7D1-45B5-9BCC-00874258C585}" type="presParOf" srcId="{0B78E0A9-7CA2-44EA-A744-2DC34979ED55}" destId="{94994AFD-6B1C-4252-8847-5129175728B1}" srcOrd="1" destOrd="0" presId="urn:microsoft.com/office/officeart/2005/8/layout/vList2"/>
    <dgm:cxn modelId="{6EA77B09-00A3-41BB-8EAF-E32C7C8D6EEE}" type="presParOf" srcId="{0B78E0A9-7CA2-44EA-A744-2DC34979ED55}" destId="{E9CD07B2-F565-45B6-9A3C-F897BF5F6967}" srcOrd="2" destOrd="0" presId="urn:microsoft.com/office/officeart/2005/8/layout/vList2"/>
    <dgm:cxn modelId="{0B0FCCB7-F46C-4732-B43A-2CE77716928A}" type="presParOf" srcId="{0B78E0A9-7CA2-44EA-A744-2DC34979ED55}" destId="{067769A9-5613-42B7-8121-F574061059E7}" srcOrd="3" destOrd="0" presId="urn:microsoft.com/office/officeart/2005/8/layout/vList2"/>
    <dgm:cxn modelId="{8860E922-34F1-4917-A654-B8AE56342700}" type="presParOf" srcId="{0B78E0A9-7CA2-44EA-A744-2DC34979ED55}" destId="{176E51EC-380F-413F-A740-0D3C7006A2EE}" srcOrd="4" destOrd="0" presId="urn:microsoft.com/office/officeart/2005/8/layout/vList2"/>
    <dgm:cxn modelId="{25AE186F-BDCF-4140-BE93-BF40CA7840DE}" type="presParOf" srcId="{0B78E0A9-7CA2-44EA-A744-2DC34979ED55}" destId="{C1931969-30D5-4243-B9AD-CD4D8D11FEC5}" srcOrd="5" destOrd="0" presId="urn:microsoft.com/office/officeart/2005/8/layout/vList2"/>
    <dgm:cxn modelId="{94DC6746-3BE0-4987-A2EB-6BCAA175A9E3}" type="presParOf" srcId="{0B78E0A9-7CA2-44EA-A744-2DC34979ED55}" destId="{2D38EA66-AE6D-42FB-9DAD-7ECC752AAA32}" srcOrd="6" destOrd="0" presId="urn:microsoft.com/office/officeart/2005/8/layout/vList2"/>
    <dgm:cxn modelId="{B1148EAC-D5A0-4D19-AE00-C4F226608A11}" type="presParOf" srcId="{0B78E0A9-7CA2-44EA-A744-2DC34979ED55}" destId="{A5FF0877-536C-4DF1-A688-639DDDD2AB10}" srcOrd="7" destOrd="0" presId="urn:microsoft.com/office/officeart/2005/8/layout/vList2"/>
    <dgm:cxn modelId="{88654A0C-FA42-48BC-9004-051B79FFF5C4}" type="presParOf" srcId="{0B78E0A9-7CA2-44EA-A744-2DC34979ED55}" destId="{6AF46555-8155-4BEE-92A4-9FDEAB408739}" srcOrd="8" destOrd="0" presId="urn:microsoft.com/office/officeart/2005/8/layout/vList2"/>
    <dgm:cxn modelId="{D0B789A4-9B82-442C-A486-CC4CFD31F863}" type="presParOf" srcId="{0B78E0A9-7CA2-44EA-A744-2DC34979ED55}" destId="{5723DD4D-A6C0-4A9A-8223-D64D3A8E5DF6}" srcOrd="9" destOrd="0" presId="urn:microsoft.com/office/officeart/2005/8/layout/vList2"/>
    <dgm:cxn modelId="{79A94E89-1183-4446-9585-BF29790D4F66}" type="presParOf" srcId="{0B78E0A9-7CA2-44EA-A744-2DC34979ED55}" destId="{F3470C47-D07C-4F1F-B977-A736D407401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B0FC61-B989-49E3-B6C1-C15FE53022BD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95D308B-9009-4598-BA67-1A18572441F1}">
      <dgm:prSet/>
      <dgm:spPr/>
      <dgm:t>
        <a:bodyPr/>
        <a:lstStyle/>
        <a:p>
          <a:r>
            <a:rPr lang="en-US"/>
            <a:t>About me</a:t>
          </a:r>
        </a:p>
      </dgm:t>
    </dgm:pt>
    <dgm:pt modelId="{4006DC4B-299B-47A3-A355-376A70D862BF}" type="parTrans" cxnId="{0618EAB7-A91F-4F5B-9389-8829CA789CB7}">
      <dgm:prSet/>
      <dgm:spPr/>
      <dgm:t>
        <a:bodyPr/>
        <a:lstStyle/>
        <a:p>
          <a:endParaRPr lang="en-US"/>
        </a:p>
      </dgm:t>
    </dgm:pt>
    <dgm:pt modelId="{D6323DAB-127A-4ABB-AA17-73CBDD6BE636}" type="sibTrans" cxnId="{0618EAB7-A91F-4F5B-9389-8829CA789CB7}">
      <dgm:prSet/>
      <dgm:spPr/>
      <dgm:t>
        <a:bodyPr/>
        <a:lstStyle/>
        <a:p>
          <a:endParaRPr lang="en-US"/>
        </a:p>
      </dgm:t>
    </dgm:pt>
    <dgm:pt modelId="{E6F2F44E-6A4D-4F6A-9D3C-8E759A958DAA}">
      <dgm:prSet/>
      <dgm:spPr/>
      <dgm:t>
        <a:bodyPr/>
        <a:lstStyle/>
        <a:p>
          <a:r>
            <a:rPr lang="en-US"/>
            <a:t>Najat El Ouafi </a:t>
          </a:r>
        </a:p>
      </dgm:t>
    </dgm:pt>
    <dgm:pt modelId="{82D5040E-C2BA-4C2E-AA87-ADF7944C6869}" type="parTrans" cxnId="{9A753CD7-7A09-4A39-8622-32C205232288}">
      <dgm:prSet/>
      <dgm:spPr/>
      <dgm:t>
        <a:bodyPr/>
        <a:lstStyle/>
        <a:p>
          <a:endParaRPr lang="en-US"/>
        </a:p>
      </dgm:t>
    </dgm:pt>
    <dgm:pt modelId="{760419EB-A903-4644-981F-E0BBBCFC39C0}" type="sibTrans" cxnId="{9A753CD7-7A09-4A39-8622-32C205232288}">
      <dgm:prSet/>
      <dgm:spPr/>
      <dgm:t>
        <a:bodyPr/>
        <a:lstStyle/>
        <a:p>
          <a:endParaRPr lang="en-US"/>
        </a:p>
      </dgm:t>
    </dgm:pt>
    <dgm:pt modelId="{1D47B22C-4EE1-483D-B0D6-BAC8B7A5715F}">
      <dgm:prSet/>
      <dgm:spPr/>
      <dgm:t>
        <a:bodyPr/>
        <a:lstStyle/>
        <a:p>
          <a:r>
            <a:rPr lang="en-US"/>
            <a:t>Currently a stay-at-home mom </a:t>
          </a:r>
        </a:p>
      </dgm:t>
    </dgm:pt>
    <dgm:pt modelId="{EC9CFFC6-FF69-4487-89A7-2B61BF68EE5F}" type="parTrans" cxnId="{92447516-1C45-4881-BED8-A83442BF67F2}">
      <dgm:prSet/>
      <dgm:spPr/>
      <dgm:t>
        <a:bodyPr/>
        <a:lstStyle/>
        <a:p>
          <a:endParaRPr lang="en-US"/>
        </a:p>
      </dgm:t>
    </dgm:pt>
    <dgm:pt modelId="{097CBD58-88E0-4EC8-AD7C-E81B6C3DCB95}" type="sibTrans" cxnId="{92447516-1C45-4881-BED8-A83442BF67F2}">
      <dgm:prSet/>
      <dgm:spPr/>
      <dgm:t>
        <a:bodyPr/>
        <a:lstStyle/>
        <a:p>
          <a:endParaRPr lang="en-US"/>
        </a:p>
      </dgm:t>
    </dgm:pt>
    <dgm:pt modelId="{799D7104-BF11-46F0-86BA-31DEBA55388E}">
      <dgm:prSet/>
      <dgm:spPr/>
      <dgm:t>
        <a:bodyPr/>
        <a:lstStyle/>
        <a:p>
          <a:r>
            <a:rPr lang="en-US"/>
            <a:t>Bachelor Degree in Biology and Master Degree in Ecology </a:t>
          </a:r>
        </a:p>
      </dgm:t>
    </dgm:pt>
    <dgm:pt modelId="{2B2BB882-0BFA-482F-9862-98D0D41B7004}" type="parTrans" cxnId="{D2623D67-B96A-44F1-98B4-3268A361BC6A}">
      <dgm:prSet/>
      <dgm:spPr/>
      <dgm:t>
        <a:bodyPr/>
        <a:lstStyle/>
        <a:p>
          <a:endParaRPr lang="en-US"/>
        </a:p>
      </dgm:t>
    </dgm:pt>
    <dgm:pt modelId="{48BD2127-E90B-4DDD-B301-9F27A5CA1643}" type="sibTrans" cxnId="{D2623D67-B96A-44F1-98B4-3268A361BC6A}">
      <dgm:prSet/>
      <dgm:spPr/>
      <dgm:t>
        <a:bodyPr/>
        <a:lstStyle/>
        <a:p>
          <a:endParaRPr lang="en-US"/>
        </a:p>
      </dgm:t>
    </dgm:pt>
    <dgm:pt modelId="{79722ECC-EA9F-4215-A05F-45C0AD37BD30}">
      <dgm:prSet/>
      <dgm:spPr/>
      <dgm:t>
        <a:bodyPr/>
        <a:lstStyle/>
        <a:p>
          <a:r>
            <a:rPr lang="en-US"/>
            <a:t>Work experience : Sales Trainer </a:t>
          </a:r>
        </a:p>
      </dgm:t>
    </dgm:pt>
    <dgm:pt modelId="{395FE6A5-6961-469E-9D82-978B4F611A06}" type="parTrans" cxnId="{64CEE169-99E7-402B-A303-5A3CE20C2D68}">
      <dgm:prSet/>
      <dgm:spPr/>
      <dgm:t>
        <a:bodyPr/>
        <a:lstStyle/>
        <a:p>
          <a:endParaRPr lang="en-US"/>
        </a:p>
      </dgm:t>
    </dgm:pt>
    <dgm:pt modelId="{0126E068-4CA9-4AED-9804-474E7BBD6A65}" type="sibTrans" cxnId="{64CEE169-99E7-402B-A303-5A3CE20C2D68}">
      <dgm:prSet/>
      <dgm:spPr/>
      <dgm:t>
        <a:bodyPr/>
        <a:lstStyle/>
        <a:p>
          <a:endParaRPr lang="en-US"/>
        </a:p>
      </dgm:t>
    </dgm:pt>
    <dgm:pt modelId="{4BAD4B0D-A3CE-489A-89D6-185FB6E9030B}">
      <dgm:prSet/>
      <dgm:spPr/>
      <dgm:t>
        <a:bodyPr/>
        <a:lstStyle/>
        <a:p>
          <a:r>
            <a:rPr lang="en-US"/>
            <a:t>Medical Devices </a:t>
          </a:r>
        </a:p>
      </dgm:t>
    </dgm:pt>
    <dgm:pt modelId="{0D3AFD30-B81E-4CA8-8772-E1E80DEA989E}" type="parTrans" cxnId="{EDA33E54-BD7C-4F1B-BA4B-D1615D6817C9}">
      <dgm:prSet/>
      <dgm:spPr/>
      <dgm:t>
        <a:bodyPr/>
        <a:lstStyle/>
        <a:p>
          <a:endParaRPr lang="en-US"/>
        </a:p>
      </dgm:t>
    </dgm:pt>
    <dgm:pt modelId="{75D4DB42-DDD7-4224-A8AF-B35B638B6830}" type="sibTrans" cxnId="{EDA33E54-BD7C-4F1B-BA4B-D1615D6817C9}">
      <dgm:prSet/>
      <dgm:spPr/>
      <dgm:t>
        <a:bodyPr/>
        <a:lstStyle/>
        <a:p>
          <a:endParaRPr lang="en-US"/>
        </a:p>
      </dgm:t>
    </dgm:pt>
    <dgm:pt modelId="{3A7CF479-8B29-46A1-BA2F-E90C4CCA664C}">
      <dgm:prSet/>
      <dgm:spPr/>
      <dgm:t>
        <a:bodyPr/>
        <a:lstStyle/>
        <a:p>
          <a:r>
            <a:rPr lang="en-US"/>
            <a:t>Cosmetics Products</a:t>
          </a:r>
        </a:p>
      </dgm:t>
    </dgm:pt>
    <dgm:pt modelId="{63240D8A-0FB3-437B-9809-9FCDFE063BF6}" type="parTrans" cxnId="{0A85EED9-F42C-4E5E-8D24-877BA780D9FD}">
      <dgm:prSet/>
      <dgm:spPr/>
      <dgm:t>
        <a:bodyPr/>
        <a:lstStyle/>
        <a:p>
          <a:endParaRPr lang="en-US"/>
        </a:p>
      </dgm:t>
    </dgm:pt>
    <dgm:pt modelId="{EF6EBCFA-AA60-4E8C-895B-E863998AB1AF}" type="sibTrans" cxnId="{0A85EED9-F42C-4E5E-8D24-877BA780D9FD}">
      <dgm:prSet/>
      <dgm:spPr/>
      <dgm:t>
        <a:bodyPr/>
        <a:lstStyle/>
        <a:p>
          <a:endParaRPr lang="en-US"/>
        </a:p>
      </dgm:t>
    </dgm:pt>
    <dgm:pt modelId="{1F7D4416-8804-4459-A9A9-C5087CB84FE9}">
      <dgm:prSet/>
      <dgm:spPr/>
      <dgm:t>
        <a:bodyPr/>
        <a:lstStyle/>
        <a:p>
          <a:r>
            <a:rPr lang="en-US"/>
            <a:t>Currently living in Virginia </a:t>
          </a:r>
        </a:p>
      </dgm:t>
    </dgm:pt>
    <dgm:pt modelId="{05BC33DF-994B-4DB2-8DC7-9F126BC52A2F}" type="parTrans" cxnId="{1B291178-5B0E-4670-8AA0-172DF2690ED7}">
      <dgm:prSet/>
      <dgm:spPr/>
      <dgm:t>
        <a:bodyPr/>
        <a:lstStyle/>
        <a:p>
          <a:endParaRPr lang="en-US"/>
        </a:p>
      </dgm:t>
    </dgm:pt>
    <dgm:pt modelId="{CE7EC778-E9C4-425B-AB94-102AC62DA9D3}" type="sibTrans" cxnId="{1B291178-5B0E-4670-8AA0-172DF2690ED7}">
      <dgm:prSet/>
      <dgm:spPr/>
      <dgm:t>
        <a:bodyPr/>
        <a:lstStyle/>
        <a:p>
          <a:endParaRPr lang="en-US"/>
        </a:p>
      </dgm:t>
    </dgm:pt>
    <dgm:pt modelId="{7B0543D3-09ED-46E3-BEF4-8172E265335E}" type="pres">
      <dgm:prSet presAssocID="{BAB0FC61-B989-49E3-B6C1-C15FE53022BD}" presName="linear" presStyleCnt="0">
        <dgm:presLayoutVars>
          <dgm:animLvl val="lvl"/>
          <dgm:resizeHandles val="exact"/>
        </dgm:presLayoutVars>
      </dgm:prSet>
      <dgm:spPr/>
    </dgm:pt>
    <dgm:pt modelId="{4C51B714-FEAD-4551-A9CE-0B5CE7C89A3A}" type="pres">
      <dgm:prSet presAssocID="{A95D308B-9009-4598-BA67-1A18572441F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718D183-45D8-4305-AF88-3669388481DE}" type="pres">
      <dgm:prSet presAssocID="{D6323DAB-127A-4ABB-AA17-73CBDD6BE636}" presName="spacer" presStyleCnt="0"/>
      <dgm:spPr/>
    </dgm:pt>
    <dgm:pt modelId="{AB8833B4-0A00-40AF-B5F9-522CB3D92010}" type="pres">
      <dgm:prSet presAssocID="{E6F2F44E-6A4D-4F6A-9D3C-8E759A958DA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6469AB0-A7F5-4B97-B2FE-F6AD1CB4EBB5}" type="pres">
      <dgm:prSet presAssocID="{760419EB-A903-4644-981F-E0BBBCFC39C0}" presName="spacer" presStyleCnt="0"/>
      <dgm:spPr/>
    </dgm:pt>
    <dgm:pt modelId="{ACB0CC62-B588-4C90-81B0-C7BE86356227}" type="pres">
      <dgm:prSet presAssocID="{1D47B22C-4EE1-483D-B0D6-BAC8B7A5715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F4FE788-6CEE-4D2B-B218-C427708B1425}" type="pres">
      <dgm:prSet presAssocID="{097CBD58-88E0-4EC8-AD7C-E81B6C3DCB95}" presName="spacer" presStyleCnt="0"/>
      <dgm:spPr/>
    </dgm:pt>
    <dgm:pt modelId="{276D0986-D759-42E9-BC37-4389C72289EB}" type="pres">
      <dgm:prSet presAssocID="{799D7104-BF11-46F0-86BA-31DEBA55388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AA8D5E6-3FFA-4D0C-BA47-3F0361291665}" type="pres">
      <dgm:prSet presAssocID="{48BD2127-E90B-4DDD-B301-9F27A5CA1643}" presName="spacer" presStyleCnt="0"/>
      <dgm:spPr/>
    </dgm:pt>
    <dgm:pt modelId="{E9F0BCA2-0A26-49D4-BB95-01C026553FAD}" type="pres">
      <dgm:prSet presAssocID="{79722ECC-EA9F-4215-A05F-45C0AD37BD3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4008575-D66A-4E66-B717-E2EAD761E484}" type="pres">
      <dgm:prSet presAssocID="{79722ECC-EA9F-4215-A05F-45C0AD37BD30}" presName="childText" presStyleLbl="revTx" presStyleIdx="0" presStyleCnt="1">
        <dgm:presLayoutVars>
          <dgm:bulletEnabled val="1"/>
        </dgm:presLayoutVars>
      </dgm:prSet>
      <dgm:spPr/>
    </dgm:pt>
    <dgm:pt modelId="{1318F08F-703A-432F-9879-18DBB8CA13B0}" type="pres">
      <dgm:prSet presAssocID="{1F7D4416-8804-4459-A9A9-C5087CB84FE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2447516-1C45-4881-BED8-A83442BF67F2}" srcId="{BAB0FC61-B989-49E3-B6C1-C15FE53022BD}" destId="{1D47B22C-4EE1-483D-B0D6-BAC8B7A5715F}" srcOrd="2" destOrd="0" parTransId="{EC9CFFC6-FF69-4487-89A7-2B61BF68EE5F}" sibTransId="{097CBD58-88E0-4EC8-AD7C-E81B6C3DCB95}"/>
    <dgm:cxn modelId="{D1687237-8B1D-4BF8-BB5D-629D46406B96}" type="presOf" srcId="{4BAD4B0D-A3CE-489A-89D6-185FB6E9030B}" destId="{C4008575-D66A-4E66-B717-E2EAD761E484}" srcOrd="0" destOrd="0" presId="urn:microsoft.com/office/officeart/2005/8/layout/vList2"/>
    <dgm:cxn modelId="{D2623D67-B96A-44F1-98B4-3268A361BC6A}" srcId="{BAB0FC61-B989-49E3-B6C1-C15FE53022BD}" destId="{799D7104-BF11-46F0-86BA-31DEBA55388E}" srcOrd="3" destOrd="0" parTransId="{2B2BB882-0BFA-482F-9862-98D0D41B7004}" sibTransId="{48BD2127-E90B-4DDD-B301-9F27A5CA1643}"/>
    <dgm:cxn modelId="{D2AA9C68-C646-4C8F-96CC-325B4DBBC9E4}" type="presOf" srcId="{1D47B22C-4EE1-483D-B0D6-BAC8B7A5715F}" destId="{ACB0CC62-B588-4C90-81B0-C7BE86356227}" srcOrd="0" destOrd="0" presId="urn:microsoft.com/office/officeart/2005/8/layout/vList2"/>
    <dgm:cxn modelId="{64CEE169-99E7-402B-A303-5A3CE20C2D68}" srcId="{BAB0FC61-B989-49E3-B6C1-C15FE53022BD}" destId="{79722ECC-EA9F-4215-A05F-45C0AD37BD30}" srcOrd="4" destOrd="0" parTransId="{395FE6A5-6961-469E-9D82-978B4F611A06}" sibTransId="{0126E068-4CA9-4AED-9804-474E7BBD6A65}"/>
    <dgm:cxn modelId="{EDA33E54-BD7C-4F1B-BA4B-D1615D6817C9}" srcId="{79722ECC-EA9F-4215-A05F-45C0AD37BD30}" destId="{4BAD4B0D-A3CE-489A-89D6-185FB6E9030B}" srcOrd="0" destOrd="0" parTransId="{0D3AFD30-B81E-4CA8-8772-E1E80DEA989E}" sibTransId="{75D4DB42-DDD7-4224-A8AF-B35B638B6830}"/>
    <dgm:cxn modelId="{1B291178-5B0E-4670-8AA0-172DF2690ED7}" srcId="{BAB0FC61-B989-49E3-B6C1-C15FE53022BD}" destId="{1F7D4416-8804-4459-A9A9-C5087CB84FE9}" srcOrd="5" destOrd="0" parTransId="{05BC33DF-994B-4DB2-8DC7-9F126BC52A2F}" sibTransId="{CE7EC778-E9C4-425B-AB94-102AC62DA9D3}"/>
    <dgm:cxn modelId="{65E79659-154A-4391-A860-851A5C36D6BA}" type="presOf" srcId="{3A7CF479-8B29-46A1-BA2F-E90C4CCA664C}" destId="{C4008575-D66A-4E66-B717-E2EAD761E484}" srcOrd="0" destOrd="1" presId="urn:microsoft.com/office/officeart/2005/8/layout/vList2"/>
    <dgm:cxn modelId="{65FC6792-407C-4EE8-8588-72C08C3510F1}" type="presOf" srcId="{79722ECC-EA9F-4215-A05F-45C0AD37BD30}" destId="{E9F0BCA2-0A26-49D4-BB95-01C026553FAD}" srcOrd="0" destOrd="0" presId="urn:microsoft.com/office/officeart/2005/8/layout/vList2"/>
    <dgm:cxn modelId="{0618EAB7-A91F-4F5B-9389-8829CA789CB7}" srcId="{BAB0FC61-B989-49E3-B6C1-C15FE53022BD}" destId="{A95D308B-9009-4598-BA67-1A18572441F1}" srcOrd="0" destOrd="0" parTransId="{4006DC4B-299B-47A3-A355-376A70D862BF}" sibTransId="{D6323DAB-127A-4ABB-AA17-73CBDD6BE636}"/>
    <dgm:cxn modelId="{1A2477C7-2D4E-4965-A2C7-B0888BC7F6CF}" type="presOf" srcId="{1F7D4416-8804-4459-A9A9-C5087CB84FE9}" destId="{1318F08F-703A-432F-9879-18DBB8CA13B0}" srcOrd="0" destOrd="0" presId="urn:microsoft.com/office/officeart/2005/8/layout/vList2"/>
    <dgm:cxn modelId="{A38C9ACF-03FD-4435-91DA-79D3BDDC74D0}" type="presOf" srcId="{E6F2F44E-6A4D-4F6A-9D3C-8E759A958DAA}" destId="{AB8833B4-0A00-40AF-B5F9-522CB3D92010}" srcOrd="0" destOrd="0" presId="urn:microsoft.com/office/officeart/2005/8/layout/vList2"/>
    <dgm:cxn modelId="{9A753CD7-7A09-4A39-8622-32C205232288}" srcId="{BAB0FC61-B989-49E3-B6C1-C15FE53022BD}" destId="{E6F2F44E-6A4D-4F6A-9D3C-8E759A958DAA}" srcOrd="1" destOrd="0" parTransId="{82D5040E-C2BA-4C2E-AA87-ADF7944C6869}" sibTransId="{760419EB-A903-4644-981F-E0BBBCFC39C0}"/>
    <dgm:cxn modelId="{0A85EED9-F42C-4E5E-8D24-877BA780D9FD}" srcId="{79722ECC-EA9F-4215-A05F-45C0AD37BD30}" destId="{3A7CF479-8B29-46A1-BA2F-E90C4CCA664C}" srcOrd="1" destOrd="0" parTransId="{63240D8A-0FB3-437B-9809-9FCDFE063BF6}" sibTransId="{EF6EBCFA-AA60-4E8C-895B-E863998AB1AF}"/>
    <dgm:cxn modelId="{A27FD2DA-1C98-41F4-8A78-BC171EDC4372}" type="presOf" srcId="{A95D308B-9009-4598-BA67-1A18572441F1}" destId="{4C51B714-FEAD-4551-A9CE-0B5CE7C89A3A}" srcOrd="0" destOrd="0" presId="urn:microsoft.com/office/officeart/2005/8/layout/vList2"/>
    <dgm:cxn modelId="{E78B48DE-3471-4A18-98E5-39C811FE6975}" type="presOf" srcId="{799D7104-BF11-46F0-86BA-31DEBA55388E}" destId="{276D0986-D759-42E9-BC37-4389C72289EB}" srcOrd="0" destOrd="0" presId="urn:microsoft.com/office/officeart/2005/8/layout/vList2"/>
    <dgm:cxn modelId="{7D5E47FF-F155-493C-B279-8B8A7BCDF61E}" type="presOf" srcId="{BAB0FC61-B989-49E3-B6C1-C15FE53022BD}" destId="{7B0543D3-09ED-46E3-BEF4-8172E265335E}" srcOrd="0" destOrd="0" presId="urn:microsoft.com/office/officeart/2005/8/layout/vList2"/>
    <dgm:cxn modelId="{B0280A23-8F86-476F-AC90-4EADB47A0DDF}" type="presParOf" srcId="{7B0543D3-09ED-46E3-BEF4-8172E265335E}" destId="{4C51B714-FEAD-4551-A9CE-0B5CE7C89A3A}" srcOrd="0" destOrd="0" presId="urn:microsoft.com/office/officeart/2005/8/layout/vList2"/>
    <dgm:cxn modelId="{C14582EB-8603-4559-8B8A-9EC8F5DFCF3B}" type="presParOf" srcId="{7B0543D3-09ED-46E3-BEF4-8172E265335E}" destId="{6718D183-45D8-4305-AF88-3669388481DE}" srcOrd="1" destOrd="0" presId="urn:microsoft.com/office/officeart/2005/8/layout/vList2"/>
    <dgm:cxn modelId="{64DCCD9B-8BD4-46AE-A736-ECE5A7336D80}" type="presParOf" srcId="{7B0543D3-09ED-46E3-BEF4-8172E265335E}" destId="{AB8833B4-0A00-40AF-B5F9-522CB3D92010}" srcOrd="2" destOrd="0" presId="urn:microsoft.com/office/officeart/2005/8/layout/vList2"/>
    <dgm:cxn modelId="{43C1EEBA-16E8-4E46-97F7-C7C4BEF8EC40}" type="presParOf" srcId="{7B0543D3-09ED-46E3-BEF4-8172E265335E}" destId="{C6469AB0-A7F5-4B97-B2FE-F6AD1CB4EBB5}" srcOrd="3" destOrd="0" presId="urn:microsoft.com/office/officeart/2005/8/layout/vList2"/>
    <dgm:cxn modelId="{E44CFBB4-FF40-406D-A97A-86BF6C953BA6}" type="presParOf" srcId="{7B0543D3-09ED-46E3-BEF4-8172E265335E}" destId="{ACB0CC62-B588-4C90-81B0-C7BE86356227}" srcOrd="4" destOrd="0" presId="urn:microsoft.com/office/officeart/2005/8/layout/vList2"/>
    <dgm:cxn modelId="{9C38D082-5C16-42E8-84BF-33B971076B03}" type="presParOf" srcId="{7B0543D3-09ED-46E3-BEF4-8172E265335E}" destId="{BF4FE788-6CEE-4D2B-B218-C427708B1425}" srcOrd="5" destOrd="0" presId="urn:microsoft.com/office/officeart/2005/8/layout/vList2"/>
    <dgm:cxn modelId="{E2D0B224-7746-45E4-AC39-941D090CEE1D}" type="presParOf" srcId="{7B0543D3-09ED-46E3-BEF4-8172E265335E}" destId="{276D0986-D759-42E9-BC37-4389C72289EB}" srcOrd="6" destOrd="0" presId="urn:microsoft.com/office/officeart/2005/8/layout/vList2"/>
    <dgm:cxn modelId="{E0A222D1-85B3-43EC-8EEA-BF8342440930}" type="presParOf" srcId="{7B0543D3-09ED-46E3-BEF4-8172E265335E}" destId="{8AA8D5E6-3FFA-4D0C-BA47-3F0361291665}" srcOrd="7" destOrd="0" presId="urn:microsoft.com/office/officeart/2005/8/layout/vList2"/>
    <dgm:cxn modelId="{3F12B3D7-BF5D-4CEE-B3D7-E8030E04C139}" type="presParOf" srcId="{7B0543D3-09ED-46E3-BEF4-8172E265335E}" destId="{E9F0BCA2-0A26-49D4-BB95-01C026553FAD}" srcOrd="8" destOrd="0" presId="urn:microsoft.com/office/officeart/2005/8/layout/vList2"/>
    <dgm:cxn modelId="{8D0BAD74-D307-46EC-A219-77123E51A816}" type="presParOf" srcId="{7B0543D3-09ED-46E3-BEF4-8172E265335E}" destId="{C4008575-D66A-4E66-B717-E2EAD761E484}" srcOrd="9" destOrd="0" presId="urn:microsoft.com/office/officeart/2005/8/layout/vList2"/>
    <dgm:cxn modelId="{C4491971-F012-4CC8-9608-F1BD3218375F}" type="presParOf" srcId="{7B0543D3-09ED-46E3-BEF4-8172E265335E}" destId="{1318F08F-703A-432F-9879-18DBB8CA13B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21A40A-2A9E-46E5-BBD3-E659EC85A68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1F692D6-1B54-4080-87FB-34EB4A58343A}">
      <dgm:prSet/>
      <dgm:spPr/>
      <dgm:t>
        <a:bodyPr/>
        <a:lstStyle/>
        <a:p>
          <a:r>
            <a:rPr lang="en-US"/>
            <a:t>Explores a multi-facility healthcare dataset to map how chronic care patients transition through various stages of clinical operations. </a:t>
          </a:r>
        </a:p>
      </dgm:t>
    </dgm:pt>
    <dgm:pt modelId="{7B19AF18-3B50-4EF5-B4AE-F5ED8318AEE8}" type="parTrans" cxnId="{3D4694F8-E9FE-4C33-81EA-621E87C3CFE4}">
      <dgm:prSet/>
      <dgm:spPr/>
      <dgm:t>
        <a:bodyPr/>
        <a:lstStyle/>
        <a:p>
          <a:endParaRPr lang="en-US"/>
        </a:p>
      </dgm:t>
    </dgm:pt>
    <dgm:pt modelId="{757714B1-CEC0-4E12-8D75-75F6C2DB7367}" type="sibTrans" cxnId="{3D4694F8-E9FE-4C33-81EA-621E87C3CFE4}">
      <dgm:prSet/>
      <dgm:spPr/>
      <dgm:t>
        <a:bodyPr/>
        <a:lstStyle/>
        <a:p>
          <a:endParaRPr lang="en-US"/>
        </a:p>
      </dgm:t>
    </dgm:pt>
    <dgm:pt modelId="{B1C92FCE-C0D7-4E87-92C3-170C48A4C077}">
      <dgm:prSet/>
      <dgm:spPr/>
      <dgm:t>
        <a:bodyPr/>
        <a:lstStyle/>
        <a:p>
          <a:r>
            <a:rPr lang="en-US"/>
            <a:t>By identifying structural inconsistencies and high-risk patient groups during the exploratory phase, we can establish baseline metrics needed to predict and reduce readmission</a:t>
          </a:r>
        </a:p>
      </dgm:t>
    </dgm:pt>
    <dgm:pt modelId="{E1D978D9-2624-4995-96DA-931DFA294212}" type="parTrans" cxnId="{9836665C-42F8-442D-8668-7E9C727EC05C}">
      <dgm:prSet/>
      <dgm:spPr/>
      <dgm:t>
        <a:bodyPr/>
        <a:lstStyle/>
        <a:p>
          <a:endParaRPr lang="en-US"/>
        </a:p>
      </dgm:t>
    </dgm:pt>
    <dgm:pt modelId="{05215A19-F5A8-46F7-BB17-24E32041F012}" type="sibTrans" cxnId="{9836665C-42F8-442D-8668-7E9C727EC05C}">
      <dgm:prSet/>
      <dgm:spPr/>
      <dgm:t>
        <a:bodyPr/>
        <a:lstStyle/>
        <a:p>
          <a:endParaRPr lang="en-US"/>
        </a:p>
      </dgm:t>
    </dgm:pt>
    <dgm:pt modelId="{7726EFCD-63ED-4C76-AA95-1E83F800AD59}" type="pres">
      <dgm:prSet presAssocID="{F121A40A-2A9E-46E5-BBD3-E659EC85A684}" presName="linear" presStyleCnt="0">
        <dgm:presLayoutVars>
          <dgm:animLvl val="lvl"/>
          <dgm:resizeHandles val="exact"/>
        </dgm:presLayoutVars>
      </dgm:prSet>
      <dgm:spPr/>
    </dgm:pt>
    <dgm:pt modelId="{48366129-00EB-4E9E-AD27-5CB7496D5B20}" type="pres">
      <dgm:prSet presAssocID="{91F692D6-1B54-4080-87FB-34EB4A58343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2B6401F-58C4-4F99-AE4B-0272D8D8365D}" type="pres">
      <dgm:prSet presAssocID="{757714B1-CEC0-4E12-8D75-75F6C2DB7367}" presName="spacer" presStyleCnt="0"/>
      <dgm:spPr/>
    </dgm:pt>
    <dgm:pt modelId="{C3612805-A012-4EB5-A9A6-0BE5E6841320}" type="pres">
      <dgm:prSet presAssocID="{B1C92FCE-C0D7-4E87-92C3-170C48A4C07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655023C-6EC8-415B-9785-3692C7A62ECC}" type="presOf" srcId="{F121A40A-2A9E-46E5-BBD3-E659EC85A684}" destId="{7726EFCD-63ED-4C76-AA95-1E83F800AD59}" srcOrd="0" destOrd="0" presId="urn:microsoft.com/office/officeart/2005/8/layout/vList2"/>
    <dgm:cxn modelId="{9836665C-42F8-442D-8668-7E9C727EC05C}" srcId="{F121A40A-2A9E-46E5-BBD3-E659EC85A684}" destId="{B1C92FCE-C0D7-4E87-92C3-170C48A4C077}" srcOrd="1" destOrd="0" parTransId="{E1D978D9-2624-4995-96DA-931DFA294212}" sibTransId="{05215A19-F5A8-46F7-BB17-24E32041F012}"/>
    <dgm:cxn modelId="{D555EA9E-FF42-4131-B167-B6AA3D160D3C}" type="presOf" srcId="{B1C92FCE-C0D7-4E87-92C3-170C48A4C077}" destId="{C3612805-A012-4EB5-A9A6-0BE5E6841320}" srcOrd="0" destOrd="0" presId="urn:microsoft.com/office/officeart/2005/8/layout/vList2"/>
    <dgm:cxn modelId="{0ADCA0DA-5C88-49C4-8868-88FCCDCB66B1}" type="presOf" srcId="{91F692D6-1B54-4080-87FB-34EB4A58343A}" destId="{48366129-00EB-4E9E-AD27-5CB7496D5B20}" srcOrd="0" destOrd="0" presId="urn:microsoft.com/office/officeart/2005/8/layout/vList2"/>
    <dgm:cxn modelId="{3D4694F8-E9FE-4C33-81EA-621E87C3CFE4}" srcId="{F121A40A-2A9E-46E5-BBD3-E659EC85A684}" destId="{91F692D6-1B54-4080-87FB-34EB4A58343A}" srcOrd="0" destOrd="0" parTransId="{7B19AF18-3B50-4EF5-B4AE-F5ED8318AEE8}" sibTransId="{757714B1-CEC0-4E12-8D75-75F6C2DB7367}"/>
    <dgm:cxn modelId="{34C30EF1-FE92-4797-B309-E88E653040E7}" type="presParOf" srcId="{7726EFCD-63ED-4C76-AA95-1E83F800AD59}" destId="{48366129-00EB-4E9E-AD27-5CB7496D5B20}" srcOrd="0" destOrd="0" presId="urn:microsoft.com/office/officeart/2005/8/layout/vList2"/>
    <dgm:cxn modelId="{3C788301-5E9D-4D06-AB7D-82FCDA01DD7F}" type="presParOf" srcId="{7726EFCD-63ED-4C76-AA95-1E83F800AD59}" destId="{52B6401F-58C4-4F99-AE4B-0272D8D8365D}" srcOrd="1" destOrd="0" presId="urn:microsoft.com/office/officeart/2005/8/layout/vList2"/>
    <dgm:cxn modelId="{1F546AF6-51C3-4850-9664-ADBBFAF3F9E2}" type="presParOf" srcId="{7726EFCD-63ED-4C76-AA95-1E83F800AD59}" destId="{C3612805-A012-4EB5-A9A6-0BE5E684132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280E37-6BED-4916-927A-D8B5EE781F7D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8C4409F-2F3B-4EB5-A894-67A08A98DFF2}">
      <dgm:prSet/>
      <dgm:spPr/>
      <dgm:t>
        <a:bodyPr/>
        <a:lstStyle/>
        <a:p>
          <a:r>
            <a:rPr lang="en-US" b="1"/>
            <a:t>The Data Footprint:</a:t>
          </a:r>
          <a:r>
            <a:rPr lang="en-US"/>
            <a:t> An enterprise-level clinical dataset detailing care patterns across an integrated medical delivery network.</a:t>
          </a:r>
        </a:p>
      </dgm:t>
    </dgm:pt>
    <dgm:pt modelId="{5D2D1C1A-571E-4877-ABE1-4FA4BFE20927}" type="parTrans" cxnId="{0AF54677-1059-4F9F-B22D-114C3DBC9539}">
      <dgm:prSet/>
      <dgm:spPr/>
      <dgm:t>
        <a:bodyPr/>
        <a:lstStyle/>
        <a:p>
          <a:endParaRPr lang="en-US"/>
        </a:p>
      </dgm:t>
    </dgm:pt>
    <dgm:pt modelId="{B96107B1-B721-4A68-A482-18B621509D07}" type="sibTrans" cxnId="{0AF54677-1059-4F9F-B22D-114C3DBC9539}">
      <dgm:prSet/>
      <dgm:spPr/>
      <dgm:t>
        <a:bodyPr/>
        <a:lstStyle/>
        <a:p>
          <a:endParaRPr lang="en-US"/>
        </a:p>
      </dgm:t>
    </dgm:pt>
    <dgm:pt modelId="{3EF367CF-85E0-42AE-B18B-5E0D4DD0A41D}">
      <dgm:prSet/>
      <dgm:spPr/>
      <dgm:t>
        <a:bodyPr/>
        <a:lstStyle/>
        <a:p>
          <a:r>
            <a:rPr lang="en-US" b="1"/>
            <a:t>Dataset Dimensions:</a:t>
          </a:r>
          <a:r>
            <a:rPr lang="en-US"/>
            <a:t>101,766 unique patient encounter records (Rows).</a:t>
          </a:r>
        </a:p>
      </dgm:t>
    </dgm:pt>
    <dgm:pt modelId="{300A6991-7A8A-4D2A-BD85-6BF49DC3387F}" type="parTrans" cxnId="{F4039F5A-B6CE-4507-985F-C254EB1E1D69}">
      <dgm:prSet/>
      <dgm:spPr/>
      <dgm:t>
        <a:bodyPr/>
        <a:lstStyle/>
        <a:p>
          <a:endParaRPr lang="en-US"/>
        </a:p>
      </dgm:t>
    </dgm:pt>
    <dgm:pt modelId="{E5AB88B9-46C8-4B9A-BB22-8D925020A658}" type="sibTrans" cxnId="{F4039F5A-B6CE-4507-985F-C254EB1E1D69}">
      <dgm:prSet/>
      <dgm:spPr/>
      <dgm:t>
        <a:bodyPr/>
        <a:lstStyle/>
        <a:p>
          <a:endParaRPr lang="en-US"/>
        </a:p>
      </dgm:t>
    </dgm:pt>
    <dgm:pt modelId="{DAF68211-3C1A-42A1-BE50-BE562CD0F51C}">
      <dgm:prSet/>
      <dgm:spPr/>
      <dgm:t>
        <a:bodyPr/>
        <a:lstStyle/>
        <a:p>
          <a:r>
            <a:rPr lang="en-US" b="1"/>
            <a:t>Dataset Dimensionality:</a:t>
          </a:r>
          <a:r>
            <a:rPr lang="en-US"/>
            <a:t> 50 distinct clinical and administrative tracking variables (Columns).</a:t>
          </a:r>
        </a:p>
      </dgm:t>
    </dgm:pt>
    <dgm:pt modelId="{49945890-7C06-44E2-9B5C-88187023034E}" type="parTrans" cxnId="{C2705F41-FAD4-4F81-9E55-D35699D1CA5B}">
      <dgm:prSet/>
      <dgm:spPr/>
      <dgm:t>
        <a:bodyPr/>
        <a:lstStyle/>
        <a:p>
          <a:endParaRPr lang="en-US"/>
        </a:p>
      </dgm:t>
    </dgm:pt>
    <dgm:pt modelId="{FA871AB9-0F12-41CF-A2C0-A6C1A9B18D63}" type="sibTrans" cxnId="{C2705F41-FAD4-4F81-9E55-D35699D1CA5B}">
      <dgm:prSet/>
      <dgm:spPr/>
      <dgm:t>
        <a:bodyPr/>
        <a:lstStyle/>
        <a:p>
          <a:endParaRPr lang="en-US"/>
        </a:p>
      </dgm:t>
    </dgm:pt>
    <dgm:pt modelId="{D1779AC9-B1A3-49B9-8B7D-7D5597E79C84}" type="pres">
      <dgm:prSet presAssocID="{C7280E37-6BED-4916-927A-D8B5EE781F7D}" presName="vert0" presStyleCnt="0">
        <dgm:presLayoutVars>
          <dgm:dir/>
          <dgm:animOne val="branch"/>
          <dgm:animLvl val="lvl"/>
        </dgm:presLayoutVars>
      </dgm:prSet>
      <dgm:spPr/>
    </dgm:pt>
    <dgm:pt modelId="{29374860-8F4E-4A01-B2AD-49509DF44848}" type="pres">
      <dgm:prSet presAssocID="{18C4409F-2F3B-4EB5-A894-67A08A98DFF2}" presName="thickLine" presStyleLbl="alignNode1" presStyleIdx="0" presStyleCnt="3"/>
      <dgm:spPr/>
    </dgm:pt>
    <dgm:pt modelId="{477A8FC7-C861-4684-A396-20C53F6D67F6}" type="pres">
      <dgm:prSet presAssocID="{18C4409F-2F3B-4EB5-A894-67A08A98DFF2}" presName="horz1" presStyleCnt="0"/>
      <dgm:spPr/>
    </dgm:pt>
    <dgm:pt modelId="{F89E7759-A2E4-4A78-872E-00B88AEBD6FE}" type="pres">
      <dgm:prSet presAssocID="{18C4409F-2F3B-4EB5-A894-67A08A98DFF2}" presName="tx1" presStyleLbl="revTx" presStyleIdx="0" presStyleCnt="3"/>
      <dgm:spPr/>
    </dgm:pt>
    <dgm:pt modelId="{8C67AA95-7CF1-410D-9EC4-B2A2518A6026}" type="pres">
      <dgm:prSet presAssocID="{18C4409F-2F3B-4EB5-A894-67A08A98DFF2}" presName="vert1" presStyleCnt="0"/>
      <dgm:spPr/>
    </dgm:pt>
    <dgm:pt modelId="{21A01140-C8D7-4B67-9C11-279311BEFDC4}" type="pres">
      <dgm:prSet presAssocID="{3EF367CF-85E0-42AE-B18B-5E0D4DD0A41D}" presName="thickLine" presStyleLbl="alignNode1" presStyleIdx="1" presStyleCnt="3"/>
      <dgm:spPr/>
    </dgm:pt>
    <dgm:pt modelId="{5A5CA4FF-3B26-4FA6-A44A-EACB69814456}" type="pres">
      <dgm:prSet presAssocID="{3EF367CF-85E0-42AE-B18B-5E0D4DD0A41D}" presName="horz1" presStyleCnt="0"/>
      <dgm:spPr/>
    </dgm:pt>
    <dgm:pt modelId="{A947A396-EB25-4493-86FD-FF3211254586}" type="pres">
      <dgm:prSet presAssocID="{3EF367CF-85E0-42AE-B18B-5E0D4DD0A41D}" presName="tx1" presStyleLbl="revTx" presStyleIdx="1" presStyleCnt="3"/>
      <dgm:spPr/>
    </dgm:pt>
    <dgm:pt modelId="{66B9ABF1-2A9A-4E63-903F-86E01262D160}" type="pres">
      <dgm:prSet presAssocID="{3EF367CF-85E0-42AE-B18B-5E0D4DD0A41D}" presName="vert1" presStyleCnt="0"/>
      <dgm:spPr/>
    </dgm:pt>
    <dgm:pt modelId="{AD44AAE0-9BCB-4113-9E12-F00CE411ADCF}" type="pres">
      <dgm:prSet presAssocID="{DAF68211-3C1A-42A1-BE50-BE562CD0F51C}" presName="thickLine" presStyleLbl="alignNode1" presStyleIdx="2" presStyleCnt="3"/>
      <dgm:spPr/>
    </dgm:pt>
    <dgm:pt modelId="{0D1F98AA-A3D9-4150-9848-1CA7352DB5BB}" type="pres">
      <dgm:prSet presAssocID="{DAF68211-3C1A-42A1-BE50-BE562CD0F51C}" presName="horz1" presStyleCnt="0"/>
      <dgm:spPr/>
    </dgm:pt>
    <dgm:pt modelId="{4DE11BC3-312D-4C1C-A466-CADC1FEB549E}" type="pres">
      <dgm:prSet presAssocID="{DAF68211-3C1A-42A1-BE50-BE562CD0F51C}" presName="tx1" presStyleLbl="revTx" presStyleIdx="2" presStyleCnt="3"/>
      <dgm:spPr/>
    </dgm:pt>
    <dgm:pt modelId="{E7A1E4C7-03E0-450B-8BBC-838A365C9E85}" type="pres">
      <dgm:prSet presAssocID="{DAF68211-3C1A-42A1-BE50-BE562CD0F51C}" presName="vert1" presStyleCnt="0"/>
      <dgm:spPr/>
    </dgm:pt>
  </dgm:ptLst>
  <dgm:cxnLst>
    <dgm:cxn modelId="{186C300B-6E6F-4616-B250-F5B01BC49D19}" type="presOf" srcId="{3EF367CF-85E0-42AE-B18B-5E0D4DD0A41D}" destId="{A947A396-EB25-4493-86FD-FF3211254586}" srcOrd="0" destOrd="0" presId="urn:microsoft.com/office/officeart/2008/layout/LinedList"/>
    <dgm:cxn modelId="{C2705F41-FAD4-4F81-9E55-D35699D1CA5B}" srcId="{C7280E37-6BED-4916-927A-D8B5EE781F7D}" destId="{DAF68211-3C1A-42A1-BE50-BE562CD0F51C}" srcOrd="2" destOrd="0" parTransId="{49945890-7C06-44E2-9B5C-88187023034E}" sibTransId="{FA871AB9-0F12-41CF-A2C0-A6C1A9B18D63}"/>
    <dgm:cxn modelId="{7EF1834E-1943-4B2B-89B4-D36BE75AD32B}" type="presOf" srcId="{18C4409F-2F3B-4EB5-A894-67A08A98DFF2}" destId="{F89E7759-A2E4-4A78-872E-00B88AEBD6FE}" srcOrd="0" destOrd="0" presId="urn:microsoft.com/office/officeart/2008/layout/LinedList"/>
    <dgm:cxn modelId="{DFDD5476-4BF3-4F24-A355-6D80F1B07B72}" type="presOf" srcId="{C7280E37-6BED-4916-927A-D8B5EE781F7D}" destId="{D1779AC9-B1A3-49B9-8B7D-7D5597E79C84}" srcOrd="0" destOrd="0" presId="urn:microsoft.com/office/officeart/2008/layout/LinedList"/>
    <dgm:cxn modelId="{0AF54677-1059-4F9F-B22D-114C3DBC9539}" srcId="{C7280E37-6BED-4916-927A-D8B5EE781F7D}" destId="{18C4409F-2F3B-4EB5-A894-67A08A98DFF2}" srcOrd="0" destOrd="0" parTransId="{5D2D1C1A-571E-4877-ABE1-4FA4BFE20927}" sibTransId="{B96107B1-B721-4A68-A482-18B621509D07}"/>
    <dgm:cxn modelId="{F4039F5A-B6CE-4507-985F-C254EB1E1D69}" srcId="{C7280E37-6BED-4916-927A-D8B5EE781F7D}" destId="{3EF367CF-85E0-42AE-B18B-5E0D4DD0A41D}" srcOrd="1" destOrd="0" parTransId="{300A6991-7A8A-4D2A-BD85-6BF49DC3387F}" sibTransId="{E5AB88B9-46C8-4B9A-BB22-8D925020A658}"/>
    <dgm:cxn modelId="{A1C50EBD-BE04-4288-82D9-F6B9AB5766BC}" type="presOf" srcId="{DAF68211-3C1A-42A1-BE50-BE562CD0F51C}" destId="{4DE11BC3-312D-4C1C-A466-CADC1FEB549E}" srcOrd="0" destOrd="0" presId="urn:microsoft.com/office/officeart/2008/layout/LinedList"/>
    <dgm:cxn modelId="{3B3D7B20-A217-4873-9B33-BC87177643E4}" type="presParOf" srcId="{D1779AC9-B1A3-49B9-8B7D-7D5597E79C84}" destId="{29374860-8F4E-4A01-B2AD-49509DF44848}" srcOrd="0" destOrd="0" presId="urn:microsoft.com/office/officeart/2008/layout/LinedList"/>
    <dgm:cxn modelId="{AFD011FD-9111-47C9-A32C-E81CCED63B05}" type="presParOf" srcId="{D1779AC9-B1A3-49B9-8B7D-7D5597E79C84}" destId="{477A8FC7-C861-4684-A396-20C53F6D67F6}" srcOrd="1" destOrd="0" presId="urn:microsoft.com/office/officeart/2008/layout/LinedList"/>
    <dgm:cxn modelId="{89DD0442-FFC2-4BBE-8CCB-5FCFFC49BF32}" type="presParOf" srcId="{477A8FC7-C861-4684-A396-20C53F6D67F6}" destId="{F89E7759-A2E4-4A78-872E-00B88AEBD6FE}" srcOrd="0" destOrd="0" presId="urn:microsoft.com/office/officeart/2008/layout/LinedList"/>
    <dgm:cxn modelId="{8AD4AF81-B376-4ABB-8D7B-34168D26F85F}" type="presParOf" srcId="{477A8FC7-C861-4684-A396-20C53F6D67F6}" destId="{8C67AA95-7CF1-410D-9EC4-B2A2518A6026}" srcOrd="1" destOrd="0" presId="urn:microsoft.com/office/officeart/2008/layout/LinedList"/>
    <dgm:cxn modelId="{46EDC6A8-9EFD-4CB0-8FE8-7FA9040FDBF0}" type="presParOf" srcId="{D1779AC9-B1A3-49B9-8B7D-7D5597E79C84}" destId="{21A01140-C8D7-4B67-9C11-279311BEFDC4}" srcOrd="2" destOrd="0" presId="urn:microsoft.com/office/officeart/2008/layout/LinedList"/>
    <dgm:cxn modelId="{916F88CE-99A2-478A-A924-87E7A202937F}" type="presParOf" srcId="{D1779AC9-B1A3-49B9-8B7D-7D5597E79C84}" destId="{5A5CA4FF-3B26-4FA6-A44A-EACB69814456}" srcOrd="3" destOrd="0" presId="urn:microsoft.com/office/officeart/2008/layout/LinedList"/>
    <dgm:cxn modelId="{9CF74EA6-60B5-489F-AD9F-0270CA689F92}" type="presParOf" srcId="{5A5CA4FF-3B26-4FA6-A44A-EACB69814456}" destId="{A947A396-EB25-4493-86FD-FF3211254586}" srcOrd="0" destOrd="0" presId="urn:microsoft.com/office/officeart/2008/layout/LinedList"/>
    <dgm:cxn modelId="{D78D9B14-B221-45BA-A5ED-660128ACAFC8}" type="presParOf" srcId="{5A5CA4FF-3B26-4FA6-A44A-EACB69814456}" destId="{66B9ABF1-2A9A-4E63-903F-86E01262D160}" srcOrd="1" destOrd="0" presId="urn:microsoft.com/office/officeart/2008/layout/LinedList"/>
    <dgm:cxn modelId="{2DB5F27F-3847-452E-980A-E96AF13B5163}" type="presParOf" srcId="{D1779AC9-B1A3-49B9-8B7D-7D5597E79C84}" destId="{AD44AAE0-9BCB-4113-9E12-F00CE411ADCF}" srcOrd="4" destOrd="0" presId="urn:microsoft.com/office/officeart/2008/layout/LinedList"/>
    <dgm:cxn modelId="{69F40F5B-C428-4145-9D9D-AC8C7866201A}" type="presParOf" srcId="{D1779AC9-B1A3-49B9-8B7D-7D5597E79C84}" destId="{0D1F98AA-A3D9-4150-9848-1CA7352DB5BB}" srcOrd="5" destOrd="0" presId="urn:microsoft.com/office/officeart/2008/layout/LinedList"/>
    <dgm:cxn modelId="{D0C0BF99-7D06-4BD5-B8F5-43354BCFD917}" type="presParOf" srcId="{0D1F98AA-A3D9-4150-9848-1CA7352DB5BB}" destId="{4DE11BC3-312D-4C1C-A466-CADC1FEB549E}" srcOrd="0" destOrd="0" presId="urn:microsoft.com/office/officeart/2008/layout/LinedList"/>
    <dgm:cxn modelId="{A37B36E2-E3B4-4AFB-A72F-FBC19C18DF9C}" type="presParOf" srcId="{0D1F98AA-A3D9-4150-9848-1CA7352DB5BB}" destId="{E7A1E4C7-03E0-450B-8BBC-838A365C9E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9BB82A-ABF6-4F45-8772-A1EC1916AD5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3A24639-C7C4-4B64-9DF8-323ECCF608D0}">
      <dgm:prSet/>
      <dgm:spPr/>
      <dgm:t>
        <a:bodyPr/>
        <a:lstStyle/>
        <a:p>
          <a:r>
            <a:rPr lang="en-US"/>
            <a:t>Microsoft Excel: Initial screening and manual spelling validation of specialty lists and Data Mapping</a:t>
          </a:r>
        </a:p>
      </dgm:t>
    </dgm:pt>
    <dgm:pt modelId="{473B612C-B6E5-42BC-9C09-9E745BF8A0FF}" type="parTrans" cxnId="{995225EB-73EE-4BCE-8FEC-16EE1ACEEEE4}">
      <dgm:prSet/>
      <dgm:spPr/>
      <dgm:t>
        <a:bodyPr/>
        <a:lstStyle/>
        <a:p>
          <a:endParaRPr lang="en-US"/>
        </a:p>
      </dgm:t>
    </dgm:pt>
    <dgm:pt modelId="{908A0073-6008-4CFB-B924-A96E838350BD}" type="sibTrans" cxnId="{995225EB-73EE-4BCE-8FEC-16EE1ACEEEE4}">
      <dgm:prSet/>
      <dgm:spPr/>
      <dgm:t>
        <a:bodyPr/>
        <a:lstStyle/>
        <a:p>
          <a:endParaRPr lang="en-US"/>
        </a:p>
      </dgm:t>
    </dgm:pt>
    <dgm:pt modelId="{13BEECB1-1C0D-431F-A730-721E8AFFD3ED}">
      <dgm:prSet/>
      <dgm:spPr/>
      <dgm:t>
        <a:bodyPr/>
        <a:lstStyle/>
        <a:p>
          <a:r>
            <a:rPr lang="en-US"/>
            <a:t>Python: (Pandas) Standardizing corrupted age strings and handling missing data values.</a:t>
          </a:r>
        </a:p>
      </dgm:t>
    </dgm:pt>
    <dgm:pt modelId="{CB31315B-1BAB-4752-9555-E943DC013846}" type="parTrans" cxnId="{CCAFB40F-A918-4DFD-9FDB-B646E26A3E2C}">
      <dgm:prSet/>
      <dgm:spPr/>
      <dgm:t>
        <a:bodyPr/>
        <a:lstStyle/>
        <a:p>
          <a:endParaRPr lang="en-US"/>
        </a:p>
      </dgm:t>
    </dgm:pt>
    <dgm:pt modelId="{88D18C77-D498-4769-9695-18A1BA3A372E}" type="sibTrans" cxnId="{CCAFB40F-A918-4DFD-9FDB-B646E26A3E2C}">
      <dgm:prSet/>
      <dgm:spPr/>
      <dgm:t>
        <a:bodyPr/>
        <a:lstStyle/>
        <a:p>
          <a:endParaRPr lang="en-US"/>
        </a:p>
      </dgm:t>
    </dgm:pt>
    <dgm:pt modelId="{D84FA681-4554-4299-99B3-DE425DFD6A4A}">
      <dgm:prSet/>
      <dgm:spPr/>
      <dgm:t>
        <a:bodyPr/>
        <a:lstStyle/>
        <a:p>
          <a:r>
            <a:rPr lang="en-US"/>
            <a:t>SQL	Back-end data aggregation, filtering  and categorical grouping.	 </a:t>
          </a:r>
        </a:p>
      </dgm:t>
    </dgm:pt>
    <dgm:pt modelId="{C342C60E-49CF-4D9F-B54D-18EDAD5F3488}" type="parTrans" cxnId="{41F1B1C3-4E89-49E2-B965-942B48A2A438}">
      <dgm:prSet/>
      <dgm:spPr/>
      <dgm:t>
        <a:bodyPr/>
        <a:lstStyle/>
        <a:p>
          <a:endParaRPr lang="en-US"/>
        </a:p>
      </dgm:t>
    </dgm:pt>
    <dgm:pt modelId="{AD6E7A1B-DE09-416E-8C0B-0344ACC88DBF}" type="sibTrans" cxnId="{41F1B1C3-4E89-49E2-B965-942B48A2A438}">
      <dgm:prSet/>
      <dgm:spPr/>
      <dgm:t>
        <a:bodyPr/>
        <a:lstStyle/>
        <a:p>
          <a:endParaRPr lang="en-US"/>
        </a:p>
      </dgm:t>
    </dgm:pt>
    <dgm:pt modelId="{141B782B-9963-47DE-913A-DE10F2081076}">
      <dgm:prSet/>
      <dgm:spPr/>
      <dgm:t>
        <a:bodyPr/>
        <a:lstStyle/>
        <a:p>
          <a:r>
            <a:rPr lang="en-US"/>
            <a:t>Tableau Building interactive Business Intelligence dashboards</a:t>
          </a:r>
        </a:p>
      </dgm:t>
    </dgm:pt>
    <dgm:pt modelId="{99E6CF7A-95CA-41C4-8EB5-EFE6E9520320}" type="parTrans" cxnId="{6BA85625-5D4A-4326-832F-2B14C929868C}">
      <dgm:prSet/>
      <dgm:spPr/>
      <dgm:t>
        <a:bodyPr/>
        <a:lstStyle/>
        <a:p>
          <a:endParaRPr lang="en-US"/>
        </a:p>
      </dgm:t>
    </dgm:pt>
    <dgm:pt modelId="{282D7C39-7216-4545-949B-21435837AC14}" type="sibTrans" cxnId="{6BA85625-5D4A-4326-832F-2B14C929868C}">
      <dgm:prSet/>
      <dgm:spPr/>
      <dgm:t>
        <a:bodyPr/>
        <a:lstStyle/>
        <a:p>
          <a:endParaRPr lang="en-US"/>
        </a:p>
      </dgm:t>
    </dgm:pt>
    <dgm:pt modelId="{5ED03259-45CD-4E10-965B-C4837AA334C9}" type="pres">
      <dgm:prSet presAssocID="{4B9BB82A-ABF6-4F45-8772-A1EC1916AD5C}" presName="linear" presStyleCnt="0">
        <dgm:presLayoutVars>
          <dgm:animLvl val="lvl"/>
          <dgm:resizeHandles val="exact"/>
        </dgm:presLayoutVars>
      </dgm:prSet>
      <dgm:spPr/>
    </dgm:pt>
    <dgm:pt modelId="{2C94D026-CDF3-43E9-9216-F025230DBE56}" type="pres">
      <dgm:prSet presAssocID="{43A24639-C7C4-4B64-9DF8-323ECCF608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14018E-C6F4-4618-B087-BE41DEFB679A}" type="pres">
      <dgm:prSet presAssocID="{908A0073-6008-4CFB-B924-A96E838350BD}" presName="spacer" presStyleCnt="0"/>
      <dgm:spPr/>
    </dgm:pt>
    <dgm:pt modelId="{B8723577-AD89-47EA-92DD-A5DA11C29321}" type="pres">
      <dgm:prSet presAssocID="{13BEECB1-1C0D-431F-A730-721E8AFFD3E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0BE7EFD-826C-4053-93AB-A681C6FF45C5}" type="pres">
      <dgm:prSet presAssocID="{88D18C77-D498-4769-9695-18A1BA3A372E}" presName="spacer" presStyleCnt="0"/>
      <dgm:spPr/>
    </dgm:pt>
    <dgm:pt modelId="{33DAB2DD-F97A-4A54-84D0-0C548DD2521E}" type="pres">
      <dgm:prSet presAssocID="{D84FA681-4554-4299-99B3-DE425DFD6A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96879C-2210-40E1-9A1B-04028A6C136B}" type="pres">
      <dgm:prSet presAssocID="{AD6E7A1B-DE09-416E-8C0B-0344ACC88DBF}" presName="spacer" presStyleCnt="0"/>
      <dgm:spPr/>
    </dgm:pt>
    <dgm:pt modelId="{F3F6B8B4-F850-4E2F-9186-70347B19A1CE}" type="pres">
      <dgm:prSet presAssocID="{141B782B-9963-47DE-913A-DE10F20810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CAFB40F-A918-4DFD-9FDB-B646E26A3E2C}" srcId="{4B9BB82A-ABF6-4F45-8772-A1EC1916AD5C}" destId="{13BEECB1-1C0D-431F-A730-721E8AFFD3ED}" srcOrd="1" destOrd="0" parTransId="{CB31315B-1BAB-4752-9555-E943DC013846}" sibTransId="{88D18C77-D498-4769-9695-18A1BA3A372E}"/>
    <dgm:cxn modelId="{6BA85625-5D4A-4326-832F-2B14C929868C}" srcId="{4B9BB82A-ABF6-4F45-8772-A1EC1916AD5C}" destId="{141B782B-9963-47DE-913A-DE10F2081076}" srcOrd="3" destOrd="0" parTransId="{99E6CF7A-95CA-41C4-8EB5-EFE6E9520320}" sibTransId="{282D7C39-7216-4545-949B-21435837AC14}"/>
    <dgm:cxn modelId="{9DF44F6D-3E02-4A1C-B3D3-92187DB7A1D4}" type="presOf" srcId="{D84FA681-4554-4299-99B3-DE425DFD6A4A}" destId="{33DAB2DD-F97A-4A54-84D0-0C548DD2521E}" srcOrd="0" destOrd="0" presId="urn:microsoft.com/office/officeart/2005/8/layout/vList2"/>
    <dgm:cxn modelId="{C07DED97-89B9-484E-8BD8-CCDA58162EA1}" type="presOf" srcId="{4B9BB82A-ABF6-4F45-8772-A1EC1916AD5C}" destId="{5ED03259-45CD-4E10-965B-C4837AA334C9}" srcOrd="0" destOrd="0" presId="urn:microsoft.com/office/officeart/2005/8/layout/vList2"/>
    <dgm:cxn modelId="{32A38ABA-9DA7-411E-BF4F-02C48513A3B9}" type="presOf" srcId="{13BEECB1-1C0D-431F-A730-721E8AFFD3ED}" destId="{B8723577-AD89-47EA-92DD-A5DA11C29321}" srcOrd="0" destOrd="0" presId="urn:microsoft.com/office/officeart/2005/8/layout/vList2"/>
    <dgm:cxn modelId="{41F1B1C3-4E89-49E2-B965-942B48A2A438}" srcId="{4B9BB82A-ABF6-4F45-8772-A1EC1916AD5C}" destId="{D84FA681-4554-4299-99B3-DE425DFD6A4A}" srcOrd="2" destOrd="0" parTransId="{C342C60E-49CF-4D9F-B54D-18EDAD5F3488}" sibTransId="{AD6E7A1B-DE09-416E-8C0B-0344ACC88DBF}"/>
    <dgm:cxn modelId="{9CA3B3D4-CC0E-4794-94A8-9C74C1689953}" type="presOf" srcId="{43A24639-C7C4-4B64-9DF8-323ECCF608D0}" destId="{2C94D026-CDF3-43E9-9216-F025230DBE56}" srcOrd="0" destOrd="0" presId="urn:microsoft.com/office/officeart/2005/8/layout/vList2"/>
    <dgm:cxn modelId="{F1337FD5-3B35-4B6C-A0AA-CBCD0437ADE9}" type="presOf" srcId="{141B782B-9963-47DE-913A-DE10F2081076}" destId="{F3F6B8B4-F850-4E2F-9186-70347B19A1CE}" srcOrd="0" destOrd="0" presId="urn:microsoft.com/office/officeart/2005/8/layout/vList2"/>
    <dgm:cxn modelId="{995225EB-73EE-4BCE-8FEC-16EE1ACEEEE4}" srcId="{4B9BB82A-ABF6-4F45-8772-A1EC1916AD5C}" destId="{43A24639-C7C4-4B64-9DF8-323ECCF608D0}" srcOrd="0" destOrd="0" parTransId="{473B612C-B6E5-42BC-9C09-9E745BF8A0FF}" sibTransId="{908A0073-6008-4CFB-B924-A96E838350BD}"/>
    <dgm:cxn modelId="{B25B2165-843A-4B1D-9052-47B48DBE0358}" type="presParOf" srcId="{5ED03259-45CD-4E10-965B-C4837AA334C9}" destId="{2C94D026-CDF3-43E9-9216-F025230DBE56}" srcOrd="0" destOrd="0" presId="urn:microsoft.com/office/officeart/2005/8/layout/vList2"/>
    <dgm:cxn modelId="{B05DC38A-5C88-4A11-A099-46381CB20073}" type="presParOf" srcId="{5ED03259-45CD-4E10-965B-C4837AA334C9}" destId="{1214018E-C6F4-4618-B087-BE41DEFB679A}" srcOrd="1" destOrd="0" presId="urn:microsoft.com/office/officeart/2005/8/layout/vList2"/>
    <dgm:cxn modelId="{87214A08-8E5D-486C-9AF9-1DD29A6B1128}" type="presParOf" srcId="{5ED03259-45CD-4E10-965B-C4837AA334C9}" destId="{B8723577-AD89-47EA-92DD-A5DA11C29321}" srcOrd="2" destOrd="0" presId="urn:microsoft.com/office/officeart/2005/8/layout/vList2"/>
    <dgm:cxn modelId="{B3D4A004-933D-4CB1-BD78-40560FDA03E3}" type="presParOf" srcId="{5ED03259-45CD-4E10-965B-C4837AA334C9}" destId="{B0BE7EFD-826C-4053-93AB-A681C6FF45C5}" srcOrd="3" destOrd="0" presId="urn:microsoft.com/office/officeart/2005/8/layout/vList2"/>
    <dgm:cxn modelId="{1635188A-5B8F-4ECA-AE86-DBFC7943D4B0}" type="presParOf" srcId="{5ED03259-45CD-4E10-965B-C4837AA334C9}" destId="{33DAB2DD-F97A-4A54-84D0-0C548DD2521E}" srcOrd="4" destOrd="0" presId="urn:microsoft.com/office/officeart/2005/8/layout/vList2"/>
    <dgm:cxn modelId="{4703573B-DD2D-45F4-97C5-9FC98CF59D52}" type="presParOf" srcId="{5ED03259-45CD-4E10-965B-C4837AA334C9}" destId="{7096879C-2210-40E1-9A1B-04028A6C136B}" srcOrd="5" destOrd="0" presId="urn:microsoft.com/office/officeart/2005/8/layout/vList2"/>
    <dgm:cxn modelId="{3E955A25-DAFF-4FA9-8C99-23DBE66435DD}" type="presParOf" srcId="{5ED03259-45CD-4E10-965B-C4837AA334C9}" destId="{F3F6B8B4-F850-4E2F-9186-70347B19A1C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5DEA298-10A6-453E-92E5-4F6BC911872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4F96209-A3B6-4067-BD73-1A36548ABA65}">
      <dgm:prSet/>
      <dgm:spPr/>
      <dgm:t>
        <a:bodyPr/>
        <a:lstStyle/>
        <a:p>
          <a:r>
            <a:rPr lang="en-US" b="1"/>
            <a:t>The Emergency Room Bottleneck:</a:t>
          </a:r>
          <a:r>
            <a:rPr lang="en-US"/>
            <a:t> More than half of all patients enter through the emergency pipeline. This lack of pre-scheduled coordination puts immense pressure on hospital resources and limits up-front administrative checks.</a:t>
          </a:r>
        </a:p>
      </dgm:t>
    </dgm:pt>
    <dgm:pt modelId="{4BF716AE-E1D9-4CC4-B48F-51C18CF0602B}" type="parTrans" cxnId="{42A71FC5-74C4-4E8B-8E75-09339AC791E0}">
      <dgm:prSet/>
      <dgm:spPr/>
      <dgm:t>
        <a:bodyPr/>
        <a:lstStyle/>
        <a:p>
          <a:endParaRPr lang="en-US"/>
        </a:p>
      </dgm:t>
    </dgm:pt>
    <dgm:pt modelId="{0FA98711-E675-4FBD-9FE3-585E94BDB162}" type="sibTrans" cxnId="{42A71FC5-74C4-4E8B-8E75-09339AC791E0}">
      <dgm:prSet/>
      <dgm:spPr/>
      <dgm:t>
        <a:bodyPr/>
        <a:lstStyle/>
        <a:p>
          <a:endParaRPr lang="en-US"/>
        </a:p>
      </dgm:t>
    </dgm:pt>
    <dgm:pt modelId="{9AE7FF97-558C-48CF-83AF-5F3D749FEDDF}">
      <dgm:prSet/>
      <dgm:spPr/>
      <dgm:t>
        <a:bodyPr/>
        <a:lstStyle/>
        <a:p>
          <a:r>
            <a:rPr lang="en-US" b="1"/>
            <a:t>The Medication Safety Gap:</a:t>
          </a:r>
          <a:r>
            <a:rPr lang="en-US"/>
            <a:t> Nearly half of all patients experience sudden medication changes right before discharge, creating a clear operational gap where errors can happen once the patient leaves the facility</a:t>
          </a:r>
        </a:p>
      </dgm:t>
    </dgm:pt>
    <dgm:pt modelId="{A6713BCD-B1A5-42AF-AD61-21710B5FBEBA}" type="parTrans" cxnId="{BA3E89EC-1445-4692-A3E4-72F563887CA9}">
      <dgm:prSet/>
      <dgm:spPr/>
      <dgm:t>
        <a:bodyPr/>
        <a:lstStyle/>
        <a:p>
          <a:endParaRPr lang="en-US"/>
        </a:p>
      </dgm:t>
    </dgm:pt>
    <dgm:pt modelId="{74421868-D7E8-4D6A-8B7D-057A434CB76F}" type="sibTrans" cxnId="{BA3E89EC-1445-4692-A3E4-72F563887CA9}">
      <dgm:prSet/>
      <dgm:spPr/>
      <dgm:t>
        <a:bodyPr/>
        <a:lstStyle/>
        <a:p>
          <a:endParaRPr lang="en-US"/>
        </a:p>
      </dgm:t>
    </dgm:pt>
    <dgm:pt modelId="{4FC3BF72-6C29-407E-807D-B52544673D3E}">
      <dgm:prSet/>
      <dgm:spPr/>
      <dgm:t>
        <a:bodyPr/>
        <a:lstStyle/>
        <a:p>
          <a:r>
            <a:rPr lang="en-US" b="1"/>
            <a:t>Heart Conditions Lead the Way:</a:t>
          </a:r>
          <a:r>
            <a:rPr lang="en-US"/>
            <a:t> Even though this is a chronic diabetic dataset, cardiorespiratory emergencies drive the vast majority of hospitalizations. Care programs must look at the whole patient, not just their blood sugar.</a:t>
          </a:r>
        </a:p>
      </dgm:t>
    </dgm:pt>
    <dgm:pt modelId="{016DC7AA-ABB4-4149-B31A-68C4E2DDFB5D}" type="parTrans" cxnId="{74A2D3B1-A57A-4862-9154-41C5010D3A3C}">
      <dgm:prSet/>
      <dgm:spPr/>
      <dgm:t>
        <a:bodyPr/>
        <a:lstStyle/>
        <a:p>
          <a:endParaRPr lang="en-US"/>
        </a:p>
      </dgm:t>
    </dgm:pt>
    <dgm:pt modelId="{4B74CEB2-018E-461A-861D-3CB00BEF48B8}" type="sibTrans" cxnId="{74A2D3B1-A57A-4862-9154-41C5010D3A3C}">
      <dgm:prSet/>
      <dgm:spPr/>
      <dgm:t>
        <a:bodyPr/>
        <a:lstStyle/>
        <a:p>
          <a:endParaRPr lang="en-US"/>
        </a:p>
      </dgm:t>
    </dgm:pt>
    <dgm:pt modelId="{DCE3553E-7312-438C-AA44-7306F7EB055F}" type="pres">
      <dgm:prSet presAssocID="{C5DEA298-10A6-453E-92E5-4F6BC9118727}" presName="linear" presStyleCnt="0">
        <dgm:presLayoutVars>
          <dgm:animLvl val="lvl"/>
          <dgm:resizeHandles val="exact"/>
        </dgm:presLayoutVars>
      </dgm:prSet>
      <dgm:spPr/>
    </dgm:pt>
    <dgm:pt modelId="{28310E92-F848-4015-BFDD-7B39287D9687}" type="pres">
      <dgm:prSet presAssocID="{24F96209-A3B6-4067-BD73-1A36548ABA6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62E2AD-0F42-4213-B917-58CABADF2CF8}" type="pres">
      <dgm:prSet presAssocID="{0FA98711-E675-4FBD-9FE3-585E94BDB162}" presName="spacer" presStyleCnt="0"/>
      <dgm:spPr/>
    </dgm:pt>
    <dgm:pt modelId="{9893F9BA-5DA8-40A7-A91C-81CC24DA3334}" type="pres">
      <dgm:prSet presAssocID="{9AE7FF97-558C-48CF-83AF-5F3D749FEDD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4723D55-9854-4CC7-A34B-B0ADC9CF8825}" type="pres">
      <dgm:prSet presAssocID="{74421868-D7E8-4D6A-8B7D-057A434CB76F}" presName="spacer" presStyleCnt="0"/>
      <dgm:spPr/>
    </dgm:pt>
    <dgm:pt modelId="{C5008F36-6912-4B50-8880-CF1B52F43F4D}" type="pres">
      <dgm:prSet presAssocID="{4FC3BF72-6C29-407E-807D-B52544673D3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870AA25-594D-4359-A050-7030AA3D1DA7}" type="presOf" srcId="{24F96209-A3B6-4067-BD73-1A36548ABA65}" destId="{28310E92-F848-4015-BFDD-7B39287D9687}" srcOrd="0" destOrd="0" presId="urn:microsoft.com/office/officeart/2005/8/layout/vList2"/>
    <dgm:cxn modelId="{03549C59-C44B-449A-A35B-C32FE365E5AD}" type="presOf" srcId="{4FC3BF72-6C29-407E-807D-B52544673D3E}" destId="{C5008F36-6912-4B50-8880-CF1B52F43F4D}" srcOrd="0" destOrd="0" presId="urn:microsoft.com/office/officeart/2005/8/layout/vList2"/>
    <dgm:cxn modelId="{C9181E85-67A5-40AC-BFF2-1F191F684641}" type="presOf" srcId="{C5DEA298-10A6-453E-92E5-4F6BC9118727}" destId="{DCE3553E-7312-438C-AA44-7306F7EB055F}" srcOrd="0" destOrd="0" presId="urn:microsoft.com/office/officeart/2005/8/layout/vList2"/>
    <dgm:cxn modelId="{74A2D3B1-A57A-4862-9154-41C5010D3A3C}" srcId="{C5DEA298-10A6-453E-92E5-4F6BC9118727}" destId="{4FC3BF72-6C29-407E-807D-B52544673D3E}" srcOrd="2" destOrd="0" parTransId="{016DC7AA-ABB4-4149-B31A-68C4E2DDFB5D}" sibTransId="{4B74CEB2-018E-461A-861D-3CB00BEF48B8}"/>
    <dgm:cxn modelId="{42A71FC5-74C4-4E8B-8E75-09339AC791E0}" srcId="{C5DEA298-10A6-453E-92E5-4F6BC9118727}" destId="{24F96209-A3B6-4067-BD73-1A36548ABA65}" srcOrd="0" destOrd="0" parTransId="{4BF716AE-E1D9-4CC4-B48F-51C18CF0602B}" sibTransId="{0FA98711-E675-4FBD-9FE3-585E94BDB162}"/>
    <dgm:cxn modelId="{845707EB-79D9-41E6-94DD-12F797617EF6}" type="presOf" srcId="{9AE7FF97-558C-48CF-83AF-5F3D749FEDDF}" destId="{9893F9BA-5DA8-40A7-A91C-81CC24DA3334}" srcOrd="0" destOrd="0" presId="urn:microsoft.com/office/officeart/2005/8/layout/vList2"/>
    <dgm:cxn modelId="{BA3E89EC-1445-4692-A3E4-72F563887CA9}" srcId="{C5DEA298-10A6-453E-92E5-4F6BC9118727}" destId="{9AE7FF97-558C-48CF-83AF-5F3D749FEDDF}" srcOrd="1" destOrd="0" parTransId="{A6713BCD-B1A5-42AF-AD61-21710B5FBEBA}" sibTransId="{74421868-D7E8-4D6A-8B7D-057A434CB76F}"/>
    <dgm:cxn modelId="{57B5B55D-57C7-44E7-B787-280156E7E96F}" type="presParOf" srcId="{DCE3553E-7312-438C-AA44-7306F7EB055F}" destId="{28310E92-F848-4015-BFDD-7B39287D9687}" srcOrd="0" destOrd="0" presId="urn:microsoft.com/office/officeart/2005/8/layout/vList2"/>
    <dgm:cxn modelId="{B90FA4E6-A3B4-47CD-8DA2-35843E77E1C2}" type="presParOf" srcId="{DCE3553E-7312-438C-AA44-7306F7EB055F}" destId="{A562E2AD-0F42-4213-B917-58CABADF2CF8}" srcOrd="1" destOrd="0" presId="urn:microsoft.com/office/officeart/2005/8/layout/vList2"/>
    <dgm:cxn modelId="{840A32ED-E17D-49E5-9593-3B1A150FD557}" type="presParOf" srcId="{DCE3553E-7312-438C-AA44-7306F7EB055F}" destId="{9893F9BA-5DA8-40A7-A91C-81CC24DA3334}" srcOrd="2" destOrd="0" presId="urn:microsoft.com/office/officeart/2005/8/layout/vList2"/>
    <dgm:cxn modelId="{7F349076-4E8C-4A37-9B00-37CC60BE29DE}" type="presParOf" srcId="{DCE3553E-7312-438C-AA44-7306F7EB055F}" destId="{D4723D55-9854-4CC7-A34B-B0ADC9CF8825}" srcOrd="3" destOrd="0" presId="urn:microsoft.com/office/officeart/2005/8/layout/vList2"/>
    <dgm:cxn modelId="{F779BF4D-5BC1-4158-BA15-C508E93D2D04}" type="presParOf" srcId="{DCE3553E-7312-438C-AA44-7306F7EB055F}" destId="{C5008F36-6912-4B50-8880-CF1B52F43F4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611BD02-2C5F-46BA-855B-3D0D4A50C6B5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542979B-C70C-4B82-88CB-D595F367DBAF}">
      <dgm:prSet/>
      <dgm:spPr/>
      <dgm:t>
        <a:bodyPr/>
        <a:lstStyle/>
        <a:p>
          <a:r>
            <a:rPr lang="en-US" b="1"/>
            <a:t>Create a Medication Safety Net:</a:t>
          </a:r>
          <a:r>
            <a:rPr lang="en-US"/>
            <a:t> Assign dedicated clinical pharmacists to do an immediate follow-up review for the 47% of patients discharged with active medication changes ('Ch').</a:t>
          </a:r>
        </a:p>
      </dgm:t>
    </dgm:pt>
    <dgm:pt modelId="{EDE5974F-2D13-4C4A-BB5A-0B43B23DD200}" type="parTrans" cxnId="{8A83AF7B-85DF-4A01-AA93-05A6C4C82F1A}">
      <dgm:prSet/>
      <dgm:spPr/>
      <dgm:t>
        <a:bodyPr/>
        <a:lstStyle/>
        <a:p>
          <a:endParaRPr lang="en-US"/>
        </a:p>
      </dgm:t>
    </dgm:pt>
    <dgm:pt modelId="{ACD0A930-D021-4A75-BBFC-94D26454538A}" type="sibTrans" cxnId="{8A83AF7B-85DF-4A01-AA93-05A6C4C82F1A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5BC5375-9472-41F3-8B0A-B2799B9EACA6}">
      <dgm:prSet/>
      <dgm:spPr/>
      <dgm:t>
        <a:bodyPr/>
        <a:lstStyle/>
        <a:p>
          <a:r>
            <a:rPr lang="en-US" b="1"/>
            <a:t>Clean Out Administrative Noise:</a:t>
          </a:r>
          <a:r>
            <a:rPr lang="en-US"/>
            <a:t> Filter out deceased or hospice entries from risk-tracking datasets so they don't accidentally skew active operational charts.</a:t>
          </a:r>
        </a:p>
      </dgm:t>
    </dgm:pt>
    <dgm:pt modelId="{AA3D224E-F09C-43C0-81F2-26255909CC4F}" type="parTrans" cxnId="{5FD017E4-1FC5-4C54-B7FE-656252F250F0}">
      <dgm:prSet/>
      <dgm:spPr/>
      <dgm:t>
        <a:bodyPr/>
        <a:lstStyle/>
        <a:p>
          <a:endParaRPr lang="en-US"/>
        </a:p>
      </dgm:t>
    </dgm:pt>
    <dgm:pt modelId="{938F08AE-5644-44D4-BF0B-1EFECFFC35B3}" type="sibTrans" cxnId="{5FD017E4-1FC5-4C54-B7FE-656252F250F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F9051689-08E1-4DEE-9A5B-BDE4924A01A8}">
      <dgm:prSet/>
      <dgm:spPr/>
      <dgm:t>
        <a:bodyPr/>
        <a:lstStyle/>
        <a:p>
          <a:r>
            <a:rPr lang="en-US" b="1"/>
            <a:t>Build Targeted Safety Nets for Seniors:</a:t>
          </a:r>
          <a:r>
            <a:rPr lang="en-US"/>
            <a:t> Focus transitional care resources on the high-volume 60–80 age bracket, since they face the highest complexity and readmission rates.</a:t>
          </a:r>
        </a:p>
      </dgm:t>
    </dgm:pt>
    <dgm:pt modelId="{3BF45B9C-3689-4615-BE70-5BAE3F00AB04}" type="parTrans" cxnId="{C59FCD1D-21D2-4E64-918F-83B691681584}">
      <dgm:prSet/>
      <dgm:spPr/>
      <dgm:t>
        <a:bodyPr/>
        <a:lstStyle/>
        <a:p>
          <a:endParaRPr lang="en-US"/>
        </a:p>
      </dgm:t>
    </dgm:pt>
    <dgm:pt modelId="{A6BDCE7D-D588-400F-9032-38CFCC4B8EAF}" type="sibTrans" cxnId="{C59FCD1D-21D2-4E64-918F-83B69168158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B183E2D0-D764-4281-9ED5-B7011AF1841B}" type="pres">
      <dgm:prSet presAssocID="{1611BD02-2C5F-46BA-855B-3D0D4A50C6B5}" presName="Name0" presStyleCnt="0">
        <dgm:presLayoutVars>
          <dgm:animLvl val="lvl"/>
          <dgm:resizeHandles val="exact"/>
        </dgm:presLayoutVars>
      </dgm:prSet>
      <dgm:spPr/>
    </dgm:pt>
    <dgm:pt modelId="{F7236BFB-31A4-49F9-9F91-DDA7CBF5B4B5}" type="pres">
      <dgm:prSet presAssocID="{9542979B-C70C-4B82-88CB-D595F367DBAF}" presName="compositeNode" presStyleCnt="0">
        <dgm:presLayoutVars>
          <dgm:bulletEnabled val="1"/>
        </dgm:presLayoutVars>
      </dgm:prSet>
      <dgm:spPr/>
    </dgm:pt>
    <dgm:pt modelId="{432C3D3B-9B3B-484B-A230-7FEECD90ADE9}" type="pres">
      <dgm:prSet presAssocID="{9542979B-C70C-4B82-88CB-D595F367DBAF}" presName="bgRect" presStyleLbl="alignNode1" presStyleIdx="0" presStyleCnt="3"/>
      <dgm:spPr/>
    </dgm:pt>
    <dgm:pt modelId="{6482E912-E720-4C47-9B57-A82CD61BBACB}" type="pres">
      <dgm:prSet presAssocID="{ACD0A930-D021-4A75-BBFC-94D26454538A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05D579C-874F-44BA-8AC7-4D8B2AF8B252}" type="pres">
      <dgm:prSet presAssocID="{9542979B-C70C-4B82-88CB-D595F367DBAF}" presName="nodeRect" presStyleLbl="alignNode1" presStyleIdx="0" presStyleCnt="3">
        <dgm:presLayoutVars>
          <dgm:bulletEnabled val="1"/>
        </dgm:presLayoutVars>
      </dgm:prSet>
      <dgm:spPr/>
    </dgm:pt>
    <dgm:pt modelId="{1BC8E243-D4E9-4440-B99A-3011554FD9B0}" type="pres">
      <dgm:prSet presAssocID="{ACD0A930-D021-4A75-BBFC-94D26454538A}" presName="sibTrans" presStyleCnt="0"/>
      <dgm:spPr/>
    </dgm:pt>
    <dgm:pt modelId="{21E6DF74-002C-4A07-807A-2F756C78E14E}" type="pres">
      <dgm:prSet presAssocID="{C5BC5375-9472-41F3-8B0A-B2799B9EACA6}" presName="compositeNode" presStyleCnt="0">
        <dgm:presLayoutVars>
          <dgm:bulletEnabled val="1"/>
        </dgm:presLayoutVars>
      </dgm:prSet>
      <dgm:spPr/>
    </dgm:pt>
    <dgm:pt modelId="{706689B7-6CCD-46FD-80EC-61164753BE35}" type="pres">
      <dgm:prSet presAssocID="{C5BC5375-9472-41F3-8B0A-B2799B9EACA6}" presName="bgRect" presStyleLbl="alignNode1" presStyleIdx="1" presStyleCnt="3"/>
      <dgm:spPr/>
    </dgm:pt>
    <dgm:pt modelId="{5D4F58F7-7DC4-4178-8B00-4D1358D37169}" type="pres">
      <dgm:prSet presAssocID="{938F08AE-5644-44D4-BF0B-1EFECFFC35B3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17E5596F-6DEC-444C-B68E-83116C3FFDDB}" type="pres">
      <dgm:prSet presAssocID="{C5BC5375-9472-41F3-8B0A-B2799B9EACA6}" presName="nodeRect" presStyleLbl="alignNode1" presStyleIdx="1" presStyleCnt="3">
        <dgm:presLayoutVars>
          <dgm:bulletEnabled val="1"/>
        </dgm:presLayoutVars>
      </dgm:prSet>
      <dgm:spPr/>
    </dgm:pt>
    <dgm:pt modelId="{84688225-4ED7-47C9-9028-4815C8C673C3}" type="pres">
      <dgm:prSet presAssocID="{938F08AE-5644-44D4-BF0B-1EFECFFC35B3}" presName="sibTrans" presStyleCnt="0"/>
      <dgm:spPr/>
    </dgm:pt>
    <dgm:pt modelId="{96BAA36C-79CE-4ABF-A673-4CA1DC9E489A}" type="pres">
      <dgm:prSet presAssocID="{F9051689-08E1-4DEE-9A5B-BDE4924A01A8}" presName="compositeNode" presStyleCnt="0">
        <dgm:presLayoutVars>
          <dgm:bulletEnabled val="1"/>
        </dgm:presLayoutVars>
      </dgm:prSet>
      <dgm:spPr/>
    </dgm:pt>
    <dgm:pt modelId="{E7310892-3634-41FA-9486-2130AF1E1E24}" type="pres">
      <dgm:prSet presAssocID="{F9051689-08E1-4DEE-9A5B-BDE4924A01A8}" presName="bgRect" presStyleLbl="alignNode1" presStyleIdx="2" presStyleCnt="3"/>
      <dgm:spPr/>
    </dgm:pt>
    <dgm:pt modelId="{4CE2C201-CAA2-4C73-9310-3BC296A88388}" type="pres">
      <dgm:prSet presAssocID="{A6BDCE7D-D588-400F-9032-38CFCC4B8EA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F4D65F00-9A52-4D82-801D-60D81A9BC93B}" type="pres">
      <dgm:prSet presAssocID="{F9051689-08E1-4DEE-9A5B-BDE4924A01A8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F317FE06-B327-438A-954C-6D29FDC793E0}" type="presOf" srcId="{ACD0A930-D021-4A75-BBFC-94D26454538A}" destId="{6482E912-E720-4C47-9B57-A82CD61BBACB}" srcOrd="0" destOrd="0" presId="urn:microsoft.com/office/officeart/2016/7/layout/LinearBlockProcessNumbered"/>
    <dgm:cxn modelId="{C59FCD1D-21D2-4E64-918F-83B691681584}" srcId="{1611BD02-2C5F-46BA-855B-3D0D4A50C6B5}" destId="{F9051689-08E1-4DEE-9A5B-BDE4924A01A8}" srcOrd="2" destOrd="0" parTransId="{3BF45B9C-3689-4615-BE70-5BAE3F00AB04}" sibTransId="{A6BDCE7D-D588-400F-9032-38CFCC4B8EAF}"/>
    <dgm:cxn modelId="{5DE8CE24-AB59-40A0-89F1-1C2D3BF519B2}" type="presOf" srcId="{9542979B-C70C-4B82-88CB-D595F367DBAF}" destId="{432C3D3B-9B3B-484B-A230-7FEECD90ADE9}" srcOrd="0" destOrd="0" presId="urn:microsoft.com/office/officeart/2016/7/layout/LinearBlockProcessNumbered"/>
    <dgm:cxn modelId="{C02E3A28-4B37-41F9-B5C5-560E34FEE33F}" type="presOf" srcId="{C5BC5375-9472-41F3-8B0A-B2799B9EACA6}" destId="{706689B7-6CCD-46FD-80EC-61164753BE35}" srcOrd="0" destOrd="0" presId="urn:microsoft.com/office/officeart/2016/7/layout/LinearBlockProcessNumbered"/>
    <dgm:cxn modelId="{1E452D3C-DA30-45E6-85B8-900C51387E3B}" type="presOf" srcId="{F9051689-08E1-4DEE-9A5B-BDE4924A01A8}" destId="{F4D65F00-9A52-4D82-801D-60D81A9BC93B}" srcOrd="1" destOrd="0" presId="urn:microsoft.com/office/officeart/2016/7/layout/LinearBlockProcessNumbered"/>
    <dgm:cxn modelId="{022ACE3D-9160-4CA5-8022-F6739499FF4C}" type="presOf" srcId="{938F08AE-5644-44D4-BF0B-1EFECFFC35B3}" destId="{5D4F58F7-7DC4-4178-8B00-4D1358D37169}" srcOrd="0" destOrd="0" presId="urn:microsoft.com/office/officeart/2016/7/layout/LinearBlockProcessNumbered"/>
    <dgm:cxn modelId="{02FB4C6E-1BC0-4ACE-BBCE-2A6D2723DED6}" type="presOf" srcId="{1611BD02-2C5F-46BA-855B-3D0D4A50C6B5}" destId="{B183E2D0-D764-4281-9ED5-B7011AF1841B}" srcOrd="0" destOrd="0" presId="urn:microsoft.com/office/officeart/2016/7/layout/LinearBlockProcessNumbered"/>
    <dgm:cxn modelId="{5EB0786F-1A37-4EF6-A7F7-95367BD60A3E}" type="presOf" srcId="{A6BDCE7D-D588-400F-9032-38CFCC4B8EAF}" destId="{4CE2C201-CAA2-4C73-9310-3BC296A88388}" srcOrd="0" destOrd="0" presId="urn:microsoft.com/office/officeart/2016/7/layout/LinearBlockProcessNumbered"/>
    <dgm:cxn modelId="{FC4D2870-8B52-4D18-935C-C3DF6336EB71}" type="presOf" srcId="{9542979B-C70C-4B82-88CB-D595F367DBAF}" destId="{505D579C-874F-44BA-8AC7-4D8B2AF8B252}" srcOrd="1" destOrd="0" presId="urn:microsoft.com/office/officeart/2016/7/layout/LinearBlockProcessNumbered"/>
    <dgm:cxn modelId="{E0CA7676-1E60-454F-A840-6C88A1CC716C}" type="presOf" srcId="{C5BC5375-9472-41F3-8B0A-B2799B9EACA6}" destId="{17E5596F-6DEC-444C-B68E-83116C3FFDDB}" srcOrd="1" destOrd="0" presId="urn:microsoft.com/office/officeart/2016/7/layout/LinearBlockProcessNumbered"/>
    <dgm:cxn modelId="{8A83AF7B-85DF-4A01-AA93-05A6C4C82F1A}" srcId="{1611BD02-2C5F-46BA-855B-3D0D4A50C6B5}" destId="{9542979B-C70C-4B82-88CB-D595F367DBAF}" srcOrd="0" destOrd="0" parTransId="{EDE5974F-2D13-4C4A-BB5A-0B43B23DD200}" sibTransId="{ACD0A930-D021-4A75-BBFC-94D26454538A}"/>
    <dgm:cxn modelId="{27B24F92-FAF3-4924-8D91-BC809A6A8336}" type="presOf" srcId="{F9051689-08E1-4DEE-9A5B-BDE4924A01A8}" destId="{E7310892-3634-41FA-9486-2130AF1E1E24}" srcOrd="0" destOrd="0" presId="urn:microsoft.com/office/officeart/2016/7/layout/LinearBlockProcessNumbered"/>
    <dgm:cxn modelId="{5FD017E4-1FC5-4C54-B7FE-656252F250F0}" srcId="{1611BD02-2C5F-46BA-855B-3D0D4A50C6B5}" destId="{C5BC5375-9472-41F3-8B0A-B2799B9EACA6}" srcOrd="1" destOrd="0" parTransId="{AA3D224E-F09C-43C0-81F2-26255909CC4F}" sibTransId="{938F08AE-5644-44D4-BF0B-1EFECFFC35B3}"/>
    <dgm:cxn modelId="{0AF26BD8-01F2-44EB-AF56-459732576A61}" type="presParOf" srcId="{B183E2D0-D764-4281-9ED5-B7011AF1841B}" destId="{F7236BFB-31A4-49F9-9F91-DDA7CBF5B4B5}" srcOrd="0" destOrd="0" presId="urn:microsoft.com/office/officeart/2016/7/layout/LinearBlockProcessNumbered"/>
    <dgm:cxn modelId="{18B5E68C-F973-4CD0-89A7-DDD68417038E}" type="presParOf" srcId="{F7236BFB-31A4-49F9-9F91-DDA7CBF5B4B5}" destId="{432C3D3B-9B3B-484B-A230-7FEECD90ADE9}" srcOrd="0" destOrd="0" presId="urn:microsoft.com/office/officeart/2016/7/layout/LinearBlockProcessNumbered"/>
    <dgm:cxn modelId="{86B010AD-7251-437D-B643-CBEF349CD2E2}" type="presParOf" srcId="{F7236BFB-31A4-49F9-9F91-DDA7CBF5B4B5}" destId="{6482E912-E720-4C47-9B57-A82CD61BBACB}" srcOrd="1" destOrd="0" presId="urn:microsoft.com/office/officeart/2016/7/layout/LinearBlockProcessNumbered"/>
    <dgm:cxn modelId="{70A2B23A-ECBB-4469-9D32-E2DC97A33D9D}" type="presParOf" srcId="{F7236BFB-31A4-49F9-9F91-DDA7CBF5B4B5}" destId="{505D579C-874F-44BA-8AC7-4D8B2AF8B252}" srcOrd="2" destOrd="0" presId="urn:microsoft.com/office/officeart/2016/7/layout/LinearBlockProcessNumbered"/>
    <dgm:cxn modelId="{CD5C95D9-56D9-4125-9AEE-86E07BDDB2D9}" type="presParOf" srcId="{B183E2D0-D764-4281-9ED5-B7011AF1841B}" destId="{1BC8E243-D4E9-4440-B99A-3011554FD9B0}" srcOrd="1" destOrd="0" presId="urn:microsoft.com/office/officeart/2016/7/layout/LinearBlockProcessNumbered"/>
    <dgm:cxn modelId="{65E6E447-3054-4C69-B52C-947778DD8E47}" type="presParOf" srcId="{B183E2D0-D764-4281-9ED5-B7011AF1841B}" destId="{21E6DF74-002C-4A07-807A-2F756C78E14E}" srcOrd="2" destOrd="0" presId="urn:microsoft.com/office/officeart/2016/7/layout/LinearBlockProcessNumbered"/>
    <dgm:cxn modelId="{971F7EF7-ECA6-4741-A4E3-CEC8DF57E998}" type="presParOf" srcId="{21E6DF74-002C-4A07-807A-2F756C78E14E}" destId="{706689B7-6CCD-46FD-80EC-61164753BE35}" srcOrd="0" destOrd="0" presId="urn:microsoft.com/office/officeart/2016/7/layout/LinearBlockProcessNumbered"/>
    <dgm:cxn modelId="{52565DE3-9CD9-452C-8FA9-540BCAC3C931}" type="presParOf" srcId="{21E6DF74-002C-4A07-807A-2F756C78E14E}" destId="{5D4F58F7-7DC4-4178-8B00-4D1358D37169}" srcOrd="1" destOrd="0" presId="urn:microsoft.com/office/officeart/2016/7/layout/LinearBlockProcessNumbered"/>
    <dgm:cxn modelId="{E86089B1-8B7E-485A-80A5-E6A2AAD67607}" type="presParOf" srcId="{21E6DF74-002C-4A07-807A-2F756C78E14E}" destId="{17E5596F-6DEC-444C-B68E-83116C3FFDDB}" srcOrd="2" destOrd="0" presId="urn:microsoft.com/office/officeart/2016/7/layout/LinearBlockProcessNumbered"/>
    <dgm:cxn modelId="{4EE236E9-DEC9-412B-9591-1DC64FC9C601}" type="presParOf" srcId="{B183E2D0-D764-4281-9ED5-B7011AF1841B}" destId="{84688225-4ED7-47C9-9028-4815C8C673C3}" srcOrd="3" destOrd="0" presId="urn:microsoft.com/office/officeart/2016/7/layout/LinearBlockProcessNumbered"/>
    <dgm:cxn modelId="{6E80DA5A-7A5D-4A39-9579-901CA38DCD5B}" type="presParOf" srcId="{B183E2D0-D764-4281-9ED5-B7011AF1841B}" destId="{96BAA36C-79CE-4ABF-A673-4CA1DC9E489A}" srcOrd="4" destOrd="0" presId="urn:microsoft.com/office/officeart/2016/7/layout/LinearBlockProcessNumbered"/>
    <dgm:cxn modelId="{F0A957F3-9793-4BF4-AE46-F00656D268D7}" type="presParOf" srcId="{96BAA36C-79CE-4ABF-A673-4CA1DC9E489A}" destId="{E7310892-3634-41FA-9486-2130AF1E1E24}" srcOrd="0" destOrd="0" presId="urn:microsoft.com/office/officeart/2016/7/layout/LinearBlockProcessNumbered"/>
    <dgm:cxn modelId="{FCD568B2-1D39-4498-8325-7BD604B425AB}" type="presParOf" srcId="{96BAA36C-79CE-4ABF-A673-4CA1DC9E489A}" destId="{4CE2C201-CAA2-4C73-9310-3BC296A88388}" srcOrd="1" destOrd="0" presId="urn:microsoft.com/office/officeart/2016/7/layout/LinearBlockProcessNumbered"/>
    <dgm:cxn modelId="{D1E2BFE2-ED4C-4929-A919-12F5C541F87D}" type="presParOf" srcId="{96BAA36C-79CE-4ABF-A673-4CA1DC9E489A}" destId="{F4D65F00-9A52-4D82-801D-60D81A9BC93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A03D70-14ED-4ACD-8014-56E463A62ECF}">
      <dsp:nvSpPr>
        <dsp:cNvPr id="0" name=""/>
        <dsp:cNvSpPr/>
      </dsp:nvSpPr>
      <dsp:spPr>
        <a:xfrm>
          <a:off x="0" y="137839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Introduction</a:t>
          </a:r>
        </a:p>
      </dsp:txBody>
      <dsp:txXfrm>
        <a:off x="38381" y="176220"/>
        <a:ext cx="6590071" cy="709478"/>
      </dsp:txXfrm>
    </dsp:sp>
    <dsp:sp modelId="{E9CD07B2-F565-45B6-9A3C-F897BF5F6967}">
      <dsp:nvSpPr>
        <dsp:cNvPr id="0" name=""/>
        <dsp:cNvSpPr/>
      </dsp:nvSpPr>
      <dsp:spPr>
        <a:xfrm>
          <a:off x="0" y="1016239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Objective</a:t>
          </a:r>
        </a:p>
      </dsp:txBody>
      <dsp:txXfrm>
        <a:off x="38381" y="1054620"/>
        <a:ext cx="6590071" cy="709478"/>
      </dsp:txXfrm>
    </dsp:sp>
    <dsp:sp modelId="{176E51EC-380F-413F-A740-0D3C7006A2EE}">
      <dsp:nvSpPr>
        <dsp:cNvPr id="0" name=""/>
        <dsp:cNvSpPr/>
      </dsp:nvSpPr>
      <dsp:spPr>
        <a:xfrm>
          <a:off x="0" y="1894639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Methodology</a:t>
          </a:r>
        </a:p>
      </dsp:txBody>
      <dsp:txXfrm>
        <a:off x="38381" y="1933020"/>
        <a:ext cx="6590071" cy="709478"/>
      </dsp:txXfrm>
    </dsp:sp>
    <dsp:sp modelId="{2D38EA66-AE6D-42FB-9DAD-7ECC752AAA32}">
      <dsp:nvSpPr>
        <dsp:cNvPr id="0" name=""/>
        <dsp:cNvSpPr/>
      </dsp:nvSpPr>
      <dsp:spPr>
        <a:xfrm>
          <a:off x="0" y="2773040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Analysis</a:t>
          </a:r>
        </a:p>
      </dsp:txBody>
      <dsp:txXfrm>
        <a:off x="38381" y="2811421"/>
        <a:ext cx="6590071" cy="709478"/>
      </dsp:txXfrm>
    </dsp:sp>
    <dsp:sp modelId="{6AF46555-8155-4BEE-92A4-9FDEAB408739}">
      <dsp:nvSpPr>
        <dsp:cNvPr id="0" name=""/>
        <dsp:cNvSpPr/>
      </dsp:nvSpPr>
      <dsp:spPr>
        <a:xfrm>
          <a:off x="0" y="3651440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Conclusion and Recommendations</a:t>
          </a:r>
        </a:p>
      </dsp:txBody>
      <dsp:txXfrm>
        <a:off x="38381" y="3689821"/>
        <a:ext cx="6590071" cy="709478"/>
      </dsp:txXfrm>
    </dsp:sp>
    <dsp:sp modelId="{F3470C47-D07C-4F1F-B977-A736D407401C}">
      <dsp:nvSpPr>
        <dsp:cNvPr id="0" name=""/>
        <dsp:cNvSpPr/>
      </dsp:nvSpPr>
      <dsp:spPr>
        <a:xfrm>
          <a:off x="0" y="4529840"/>
          <a:ext cx="6666833" cy="7862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QA</a:t>
          </a:r>
        </a:p>
      </dsp:txBody>
      <dsp:txXfrm>
        <a:off x="38381" y="4568221"/>
        <a:ext cx="6590071" cy="709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1B714-FEAD-4551-A9CE-0B5CE7C89A3A}">
      <dsp:nvSpPr>
        <dsp:cNvPr id="0" name=""/>
        <dsp:cNvSpPr/>
      </dsp:nvSpPr>
      <dsp:spPr>
        <a:xfrm>
          <a:off x="0" y="38996"/>
          <a:ext cx="10515600" cy="5651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About me</a:t>
          </a:r>
        </a:p>
      </dsp:txBody>
      <dsp:txXfrm>
        <a:off x="27586" y="66582"/>
        <a:ext cx="10460428" cy="509938"/>
      </dsp:txXfrm>
    </dsp:sp>
    <dsp:sp modelId="{AB8833B4-0A00-40AF-B5F9-522CB3D92010}">
      <dsp:nvSpPr>
        <dsp:cNvPr id="0" name=""/>
        <dsp:cNvSpPr/>
      </dsp:nvSpPr>
      <dsp:spPr>
        <a:xfrm>
          <a:off x="0" y="670346"/>
          <a:ext cx="10515600" cy="5651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Najat El Ouafi </a:t>
          </a:r>
        </a:p>
      </dsp:txBody>
      <dsp:txXfrm>
        <a:off x="27586" y="697932"/>
        <a:ext cx="10460428" cy="509938"/>
      </dsp:txXfrm>
    </dsp:sp>
    <dsp:sp modelId="{ACB0CC62-B588-4C90-81B0-C7BE86356227}">
      <dsp:nvSpPr>
        <dsp:cNvPr id="0" name=""/>
        <dsp:cNvSpPr/>
      </dsp:nvSpPr>
      <dsp:spPr>
        <a:xfrm>
          <a:off x="0" y="1301696"/>
          <a:ext cx="10515600" cy="5651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Currently a stay-at-home mom </a:t>
          </a:r>
        </a:p>
      </dsp:txBody>
      <dsp:txXfrm>
        <a:off x="27586" y="1329282"/>
        <a:ext cx="10460428" cy="509938"/>
      </dsp:txXfrm>
    </dsp:sp>
    <dsp:sp modelId="{276D0986-D759-42E9-BC37-4389C72289EB}">
      <dsp:nvSpPr>
        <dsp:cNvPr id="0" name=""/>
        <dsp:cNvSpPr/>
      </dsp:nvSpPr>
      <dsp:spPr>
        <a:xfrm>
          <a:off x="0" y="1933047"/>
          <a:ext cx="10515600" cy="5651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Bachelor Degree in Biology and Master Degree in Ecology </a:t>
          </a:r>
        </a:p>
      </dsp:txBody>
      <dsp:txXfrm>
        <a:off x="27586" y="1960633"/>
        <a:ext cx="10460428" cy="509938"/>
      </dsp:txXfrm>
    </dsp:sp>
    <dsp:sp modelId="{E9F0BCA2-0A26-49D4-BB95-01C026553FAD}">
      <dsp:nvSpPr>
        <dsp:cNvPr id="0" name=""/>
        <dsp:cNvSpPr/>
      </dsp:nvSpPr>
      <dsp:spPr>
        <a:xfrm>
          <a:off x="0" y="2564397"/>
          <a:ext cx="10515600" cy="5651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Work experience : Sales Trainer </a:t>
          </a:r>
        </a:p>
      </dsp:txBody>
      <dsp:txXfrm>
        <a:off x="27586" y="2591983"/>
        <a:ext cx="10460428" cy="509938"/>
      </dsp:txXfrm>
    </dsp:sp>
    <dsp:sp modelId="{C4008575-D66A-4E66-B717-E2EAD761E484}">
      <dsp:nvSpPr>
        <dsp:cNvPr id="0" name=""/>
        <dsp:cNvSpPr/>
      </dsp:nvSpPr>
      <dsp:spPr>
        <a:xfrm>
          <a:off x="0" y="3129507"/>
          <a:ext cx="105156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Medical Devices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Cosmetics Products</a:t>
          </a:r>
        </a:p>
      </dsp:txBody>
      <dsp:txXfrm>
        <a:off x="0" y="3129507"/>
        <a:ext cx="10515600" cy="618930"/>
      </dsp:txXfrm>
    </dsp:sp>
    <dsp:sp modelId="{1318F08F-703A-432F-9879-18DBB8CA13B0}">
      <dsp:nvSpPr>
        <dsp:cNvPr id="0" name=""/>
        <dsp:cNvSpPr/>
      </dsp:nvSpPr>
      <dsp:spPr>
        <a:xfrm>
          <a:off x="0" y="3748437"/>
          <a:ext cx="10515600" cy="5651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Currently living in Virginia </a:t>
          </a:r>
        </a:p>
      </dsp:txBody>
      <dsp:txXfrm>
        <a:off x="27586" y="3776023"/>
        <a:ext cx="10460428" cy="5099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66129-00EB-4E9E-AD27-5CB7496D5B20}">
      <dsp:nvSpPr>
        <dsp:cNvPr id="0" name=""/>
        <dsp:cNvSpPr/>
      </dsp:nvSpPr>
      <dsp:spPr>
        <a:xfrm>
          <a:off x="0" y="251138"/>
          <a:ext cx="6666833" cy="243550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Explores a multi-facility healthcare dataset to map how chronic care patients transition through various stages of clinical operations. </a:t>
          </a:r>
        </a:p>
      </dsp:txBody>
      <dsp:txXfrm>
        <a:off x="118891" y="370029"/>
        <a:ext cx="6429051" cy="2197719"/>
      </dsp:txXfrm>
    </dsp:sp>
    <dsp:sp modelId="{C3612805-A012-4EB5-A9A6-0BE5E6841320}">
      <dsp:nvSpPr>
        <dsp:cNvPr id="0" name=""/>
        <dsp:cNvSpPr/>
      </dsp:nvSpPr>
      <dsp:spPr>
        <a:xfrm>
          <a:off x="0" y="2767280"/>
          <a:ext cx="6666833" cy="2435501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By identifying structural inconsistencies and high-risk patient groups during the exploratory phase, we can establish baseline metrics needed to predict and reduce readmission</a:t>
          </a:r>
        </a:p>
      </dsp:txBody>
      <dsp:txXfrm>
        <a:off x="118891" y="2886171"/>
        <a:ext cx="6429051" cy="21977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74860-8F4E-4A01-B2AD-49509DF44848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9E7759-A2E4-4A78-872E-00B88AEBD6FE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The Data Footprint:</a:t>
          </a:r>
          <a:r>
            <a:rPr lang="en-US" sz="2800" kern="1200"/>
            <a:t> An enterprise-level clinical dataset detailing care patterns across an integrated medical delivery network.</a:t>
          </a:r>
        </a:p>
      </dsp:txBody>
      <dsp:txXfrm>
        <a:off x="0" y="2663"/>
        <a:ext cx="6666833" cy="1816197"/>
      </dsp:txXfrm>
    </dsp:sp>
    <dsp:sp modelId="{21A01140-C8D7-4B67-9C11-279311BEFDC4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47A396-EB25-4493-86FD-FF3211254586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Dataset Dimensions:</a:t>
          </a:r>
          <a:r>
            <a:rPr lang="en-US" sz="2800" kern="1200"/>
            <a:t>101,766 unique patient encounter records (Rows).</a:t>
          </a:r>
        </a:p>
      </dsp:txBody>
      <dsp:txXfrm>
        <a:off x="0" y="1818861"/>
        <a:ext cx="6666833" cy="1816197"/>
      </dsp:txXfrm>
    </dsp:sp>
    <dsp:sp modelId="{AD44AAE0-9BCB-4113-9E12-F00CE411ADCF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E11BC3-312D-4C1C-A466-CADC1FEB549E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Dataset Dimensionality:</a:t>
          </a:r>
          <a:r>
            <a:rPr lang="en-US" sz="2800" kern="1200"/>
            <a:t> 50 distinct clinical and administrative tracking variables (Columns).</a:t>
          </a:r>
        </a:p>
      </dsp:txBody>
      <dsp:txXfrm>
        <a:off x="0" y="3635058"/>
        <a:ext cx="6666833" cy="18161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4D026-CDF3-43E9-9216-F025230DBE56}">
      <dsp:nvSpPr>
        <dsp:cNvPr id="0" name=""/>
        <dsp:cNvSpPr/>
      </dsp:nvSpPr>
      <dsp:spPr>
        <a:xfrm>
          <a:off x="0" y="98059"/>
          <a:ext cx="6666833" cy="12647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Microsoft Excel: Initial screening and manual spelling validation of specialty lists and Data Mapping</a:t>
          </a:r>
        </a:p>
      </dsp:txBody>
      <dsp:txXfrm>
        <a:off x="61741" y="159800"/>
        <a:ext cx="6543351" cy="1141288"/>
      </dsp:txXfrm>
    </dsp:sp>
    <dsp:sp modelId="{B8723577-AD89-47EA-92DD-A5DA11C29321}">
      <dsp:nvSpPr>
        <dsp:cNvPr id="0" name=""/>
        <dsp:cNvSpPr/>
      </dsp:nvSpPr>
      <dsp:spPr>
        <a:xfrm>
          <a:off x="0" y="1429069"/>
          <a:ext cx="6666833" cy="126477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Python: (Pandas) Standardizing corrupted age strings and handling missing data values.</a:t>
          </a:r>
        </a:p>
      </dsp:txBody>
      <dsp:txXfrm>
        <a:off x="61741" y="1490810"/>
        <a:ext cx="6543351" cy="1141288"/>
      </dsp:txXfrm>
    </dsp:sp>
    <dsp:sp modelId="{33DAB2DD-F97A-4A54-84D0-0C548DD2521E}">
      <dsp:nvSpPr>
        <dsp:cNvPr id="0" name=""/>
        <dsp:cNvSpPr/>
      </dsp:nvSpPr>
      <dsp:spPr>
        <a:xfrm>
          <a:off x="0" y="2760080"/>
          <a:ext cx="6666833" cy="126477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SQL	Back-end data aggregation, filtering  and categorical grouping.	 </a:t>
          </a:r>
        </a:p>
      </dsp:txBody>
      <dsp:txXfrm>
        <a:off x="61741" y="2821821"/>
        <a:ext cx="6543351" cy="1141288"/>
      </dsp:txXfrm>
    </dsp:sp>
    <dsp:sp modelId="{F3F6B8B4-F850-4E2F-9186-70347B19A1CE}">
      <dsp:nvSpPr>
        <dsp:cNvPr id="0" name=""/>
        <dsp:cNvSpPr/>
      </dsp:nvSpPr>
      <dsp:spPr>
        <a:xfrm>
          <a:off x="0" y="4091090"/>
          <a:ext cx="6666833" cy="126477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Tableau Building interactive Business Intelligence dashboards</a:t>
          </a:r>
        </a:p>
      </dsp:txBody>
      <dsp:txXfrm>
        <a:off x="61741" y="4152831"/>
        <a:ext cx="6543351" cy="11412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310E92-F848-4015-BFDD-7B39287D9687}">
      <dsp:nvSpPr>
        <dsp:cNvPr id="0" name=""/>
        <dsp:cNvSpPr/>
      </dsp:nvSpPr>
      <dsp:spPr>
        <a:xfrm>
          <a:off x="0" y="71959"/>
          <a:ext cx="6666833" cy="1731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The Emergency Room Bottleneck:</a:t>
          </a:r>
          <a:r>
            <a:rPr lang="en-US" sz="2000" kern="1200"/>
            <a:t> More than half of all patients enter through the emergency pipeline. This lack of pre-scheduled coordination puts immense pressure on hospital resources and limits up-front administrative checks.</a:t>
          </a:r>
        </a:p>
      </dsp:txBody>
      <dsp:txXfrm>
        <a:off x="84530" y="156489"/>
        <a:ext cx="6497773" cy="1562540"/>
      </dsp:txXfrm>
    </dsp:sp>
    <dsp:sp modelId="{9893F9BA-5DA8-40A7-A91C-81CC24DA3334}">
      <dsp:nvSpPr>
        <dsp:cNvPr id="0" name=""/>
        <dsp:cNvSpPr/>
      </dsp:nvSpPr>
      <dsp:spPr>
        <a:xfrm>
          <a:off x="0" y="1861160"/>
          <a:ext cx="6666833" cy="17316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The Medication Safety Gap:</a:t>
          </a:r>
          <a:r>
            <a:rPr lang="en-US" sz="2000" kern="1200"/>
            <a:t> Nearly half of all patients experience sudden medication changes right before discharge, creating a clear operational gap where errors can happen once the patient leaves the facility</a:t>
          </a:r>
        </a:p>
      </dsp:txBody>
      <dsp:txXfrm>
        <a:off x="84530" y="1945690"/>
        <a:ext cx="6497773" cy="1562540"/>
      </dsp:txXfrm>
    </dsp:sp>
    <dsp:sp modelId="{C5008F36-6912-4B50-8880-CF1B52F43F4D}">
      <dsp:nvSpPr>
        <dsp:cNvPr id="0" name=""/>
        <dsp:cNvSpPr/>
      </dsp:nvSpPr>
      <dsp:spPr>
        <a:xfrm>
          <a:off x="0" y="3650360"/>
          <a:ext cx="6666833" cy="17316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Heart Conditions Lead the Way:</a:t>
          </a:r>
          <a:r>
            <a:rPr lang="en-US" sz="2000" kern="1200"/>
            <a:t> Even though this is a chronic diabetic dataset, cardiorespiratory emergencies drive the vast majority of hospitalizations. Care programs must look at the whole patient, not just their blood sugar.</a:t>
          </a:r>
        </a:p>
      </dsp:txBody>
      <dsp:txXfrm>
        <a:off x="84530" y="3734890"/>
        <a:ext cx="6497773" cy="15625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C3D3B-9B3B-484B-A230-7FEECD90ADE9}">
      <dsp:nvSpPr>
        <dsp:cNvPr id="0" name=""/>
        <dsp:cNvSpPr/>
      </dsp:nvSpPr>
      <dsp:spPr>
        <a:xfrm>
          <a:off x="520" y="1461303"/>
          <a:ext cx="2109427" cy="253131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0" rIns="2083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Create a Medication Safety Net:</a:t>
          </a:r>
          <a:r>
            <a:rPr lang="en-US" sz="1100" kern="1200"/>
            <a:t> Assign dedicated clinical pharmacists to do an immediate follow-up review for the 47% of patients discharged with active medication changes ('Ch').</a:t>
          </a:r>
        </a:p>
      </dsp:txBody>
      <dsp:txXfrm>
        <a:off x="520" y="2473828"/>
        <a:ext cx="2109427" cy="1518787"/>
      </dsp:txXfrm>
    </dsp:sp>
    <dsp:sp modelId="{6482E912-E720-4C47-9B57-A82CD61BBACB}">
      <dsp:nvSpPr>
        <dsp:cNvPr id="0" name=""/>
        <dsp:cNvSpPr/>
      </dsp:nvSpPr>
      <dsp:spPr>
        <a:xfrm>
          <a:off x="520" y="1461303"/>
          <a:ext cx="2109427" cy="101252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165100" rIns="208365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01</a:t>
          </a:r>
        </a:p>
      </dsp:txBody>
      <dsp:txXfrm>
        <a:off x="520" y="1461303"/>
        <a:ext cx="2109427" cy="1012525"/>
      </dsp:txXfrm>
    </dsp:sp>
    <dsp:sp modelId="{706689B7-6CCD-46FD-80EC-61164753BE35}">
      <dsp:nvSpPr>
        <dsp:cNvPr id="0" name=""/>
        <dsp:cNvSpPr/>
      </dsp:nvSpPr>
      <dsp:spPr>
        <a:xfrm>
          <a:off x="2278702" y="1461303"/>
          <a:ext cx="2109427" cy="25313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0" rIns="2083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Clean Out Administrative Noise:</a:t>
          </a:r>
          <a:r>
            <a:rPr lang="en-US" sz="1100" kern="1200"/>
            <a:t> Filter out deceased or hospice entries from risk-tracking datasets so they don't accidentally skew active operational charts.</a:t>
          </a:r>
        </a:p>
      </dsp:txBody>
      <dsp:txXfrm>
        <a:off x="2278702" y="2473828"/>
        <a:ext cx="2109427" cy="1518787"/>
      </dsp:txXfrm>
    </dsp:sp>
    <dsp:sp modelId="{5D4F58F7-7DC4-4178-8B00-4D1358D37169}">
      <dsp:nvSpPr>
        <dsp:cNvPr id="0" name=""/>
        <dsp:cNvSpPr/>
      </dsp:nvSpPr>
      <dsp:spPr>
        <a:xfrm>
          <a:off x="2278702" y="1461303"/>
          <a:ext cx="2109427" cy="101252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165100" rIns="208365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02</a:t>
          </a:r>
        </a:p>
      </dsp:txBody>
      <dsp:txXfrm>
        <a:off x="2278702" y="1461303"/>
        <a:ext cx="2109427" cy="1012525"/>
      </dsp:txXfrm>
    </dsp:sp>
    <dsp:sp modelId="{E7310892-3634-41FA-9486-2130AF1E1E24}">
      <dsp:nvSpPr>
        <dsp:cNvPr id="0" name=""/>
        <dsp:cNvSpPr/>
      </dsp:nvSpPr>
      <dsp:spPr>
        <a:xfrm>
          <a:off x="4556884" y="1461303"/>
          <a:ext cx="2109427" cy="253131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0" rIns="2083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Build Targeted Safety Nets for Seniors:</a:t>
          </a:r>
          <a:r>
            <a:rPr lang="en-US" sz="1100" kern="1200"/>
            <a:t> Focus transitional care resources on the high-volume 60–80 age bracket, since they face the highest complexity and readmission rates.</a:t>
          </a:r>
        </a:p>
      </dsp:txBody>
      <dsp:txXfrm>
        <a:off x="4556884" y="2473828"/>
        <a:ext cx="2109427" cy="1518787"/>
      </dsp:txXfrm>
    </dsp:sp>
    <dsp:sp modelId="{4CE2C201-CAA2-4C73-9310-3BC296A88388}">
      <dsp:nvSpPr>
        <dsp:cNvPr id="0" name=""/>
        <dsp:cNvSpPr/>
      </dsp:nvSpPr>
      <dsp:spPr>
        <a:xfrm>
          <a:off x="4556884" y="1461303"/>
          <a:ext cx="2109427" cy="101252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165100" rIns="208365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03</a:t>
          </a:r>
        </a:p>
      </dsp:txBody>
      <dsp:txXfrm>
        <a:off x="4556884" y="1461303"/>
        <a:ext cx="2109427" cy="10125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60F9-9214-4CAE-17D4-45576B961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A4D44-975D-51FB-6F89-0B2439306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DAC68-793F-C124-B8A4-4249FE2B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33338-531A-0136-3204-4559669C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0D977-CEEF-4CC6-8F66-AE4EB1F2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33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CEA8-7A17-ADB4-25E3-89410785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4AB5D-4F86-FF7B-002E-BF7D66483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BCF1D-3C22-F594-6731-AB73EA29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6DE00-A92C-CACC-459F-F7CB633A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05C18-5807-8CDC-AF80-2E49C80F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1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3A3C-9C13-7316-834B-7173C08D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16141-755C-27F2-030C-DBC3E75E3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D995A-3A13-97C5-3170-6D44A109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CA3BB-D164-45EB-AE2B-8F6DCEF70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EB3B5-6F84-B724-3592-A011DE5C0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5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DFEFA-C69D-8041-63E6-B4FE76E2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348C-601A-C70B-BCCA-58C816E02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1D465-24E7-1428-6C01-A97505B51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C3C4C-E529-0CF0-7B22-285805A3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05321-0153-E085-0A22-15261052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05399-3DA9-00E9-0EBB-0C69C33A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8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1E697-C2A1-B9CE-0E91-D47AAA6D8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25B70-3ADF-72F5-DD64-6F77C5AE3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6B285-806B-703D-57B7-119F7047D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59435-50DF-81B7-5D16-FF0CF49C4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901B51-3CB0-0731-0115-B9BEC1E9F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99282-02B4-9E63-D5D8-5895093C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4C143-2123-2B55-7726-B3854DCE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5EF2F-E12E-4A51-DC37-AEDE2C916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83E3-003C-3BFD-DACF-B646AF78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ECB8C-BE88-DFCA-3703-38BC679B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E215E-F2AF-AACD-8B1E-1173F002A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0A980-917F-D988-39F2-37E288A2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59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1B162B-A1B0-A2B1-5D07-081EBB04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69809-C6A3-63E7-0888-5B54E591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7A181-E9FC-5801-0D9B-D3F0829A0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6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A9BE-4128-5818-45C7-9F18B0D9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A5A5E-E19A-4C92-D76F-CBB026EC4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EA561-237E-45A3-DF01-7F03171C6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6A407-451C-1E7F-7269-082029879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8123F-B395-4637-45D9-3F1A6D42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28B24-0078-35C6-10EF-3C9D0761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6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875E-8992-DFFA-6B65-8166CF135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9C7A0C-C2AF-C2FE-AECB-029661612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80DB5-4CD5-B398-2BD6-EAE7C22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81E3D-445C-ACFC-CDF1-9C8C091D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00482-1035-2C03-731F-D102EFBE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4BD80-8AA6-9148-1AE1-489B2090E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84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B338-79FB-BA26-CB92-ED337949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C3FD7-C8C2-EED5-96B1-D978C6512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D8783-EC2B-F63D-4905-480E6B10D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0F312-9749-1465-594E-A7EB655F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308E2-2EE9-6EAD-B616-0378FA33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1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04BA5-4857-07D0-F5F6-6A9E5E602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2DAC0-C471-EEE1-C7F6-495932B9F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9D7E8-4201-C635-746B-15769135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DEAEF-753D-6F01-F6CD-227F8F52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0DF0A-190A-E8D8-475A-0F13C19D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8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EEFE48-5054-B78A-20A0-CAC0FCA8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D420C-059D-9E43-3615-B20D3A048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31C9B-0CEB-AC53-4862-7CBD83D47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09016-25AE-428E-A684-DB605C2B3E2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3586A-5E4F-9152-6F9A-7E6EE51D9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9A577-E7F4-1D86-2222-70A32232C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D043A-D32C-49BC-B7DC-25EECE2D3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6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54FD3-CA46-3359-B17F-7B6AA1AF7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b="1"/>
              <a:t>Storytelling with Data </a:t>
            </a:r>
            <a:endParaRPr lang="en-US" sz="115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A93FA-32E0-6C71-3D5C-CE0BE0B86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1700"/>
              <a:t>Designing a Predictive Machine Learning Framework for Healthcare System Integrity </a:t>
            </a:r>
          </a:p>
          <a:p>
            <a:pPr algn="l"/>
            <a:endParaRPr lang="en-US" sz="1700"/>
          </a:p>
          <a:p>
            <a:pPr algn="l"/>
            <a:r>
              <a:rPr lang="en-US" sz="1700"/>
              <a:t>Core Project: Operational Analytics &amp;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247518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7D2EA-1E47-154B-17E0-64D23E2D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Agenda 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45D8E0-F1FA-2616-3D6E-732E73576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01423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782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2DBA3-9BAD-0652-F3CF-033B70019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b="1"/>
              <a:t>Introduction </a:t>
            </a:r>
            <a:endParaRPr lang="en-US" sz="520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DD610C18-F11D-3A80-6969-A5BE292AF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26701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7714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BDACE-153A-AF44-2917-67DA4263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Objective 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DF75DD-2FE0-35F3-9A0C-559DA89F2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57453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317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F1CFE-6EDC-1F0B-6F22-985A470B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Methodology &amp;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ED67D5-896D-7E5F-F104-9887B7BA7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90068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800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01482-7D1E-EAE7-2B17-B3481404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Technical Methodology &amp; Tools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21F57684-F2B3-78F7-A258-6B0642114A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437832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822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BBE20-D990-443C-3BE9-373C700B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F0E9F8-632E-6945-B08F-49BA3A6D5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017407"/>
            <a:ext cx="7225748" cy="482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95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D7AE6-CA71-2766-2992-E65150FF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6716D-801B-572B-D4D1-AE8BCF58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 Demographics vs. Care Continuity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6A983-87CE-ED7C-EF7B-0F39895104C2}"/>
              </a:ext>
            </a:extLst>
          </p:cNvPr>
          <p:cNvSpPr txBox="1"/>
          <p:nvPr/>
        </p:nvSpPr>
        <p:spPr>
          <a:xfrm>
            <a:off x="4970835" y="3998019"/>
            <a:ext cx="6382966" cy="221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The demographic data suggests that age is a stronger predictor of readmission volume than gender until age 80.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Future modeling should specifically investigate why the 70-80 age group has a higher propensity for return visits compared to younger cohorts with similar clinical profiles.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1FCF95-8943-7E43-8693-02682D9F0B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772465"/>
              </p:ext>
            </p:extLst>
          </p:nvPr>
        </p:nvGraphicFramePr>
        <p:xfrm>
          <a:off x="659914" y="704504"/>
          <a:ext cx="10872172" cy="2957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3230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16DE7F-00A5-317F-EC0D-FAD53A16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 Demographics vs. Care Continuity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CCAF3-C138-E6FB-CBA2-9E7509A9B661}"/>
              </a:ext>
            </a:extLst>
          </p:cNvPr>
          <p:cNvSpPr txBox="1"/>
          <p:nvPr/>
        </p:nvSpPr>
        <p:spPr>
          <a:xfrm>
            <a:off x="5246415" y="4230094"/>
            <a:ext cx="6235268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Caucasian patients comprise the vast majority of the dataset with 76,099 encounters </a:t>
            </a:r>
            <a:r>
              <a:rPr lang="en-US" sz="1700"/>
              <a:t>nearly four times the volume of the next largest group, African American patients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Risk:</a:t>
            </a:r>
            <a:r>
              <a:rPr lang="en-US" sz="1700"/>
              <a:t> If left uncorrected, automated fraud models or care-tracking systems will over-optimize for this majority group while missing critical patterns unique to minority patient populations.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7741CB-BB08-F929-18A1-801C509A6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736277"/>
              </p:ext>
            </p:extLst>
          </p:nvPr>
        </p:nvGraphicFramePr>
        <p:xfrm>
          <a:off x="556592" y="457200"/>
          <a:ext cx="11139778" cy="3455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88058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60FE3-4858-64D3-B078-BDBD2534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000"/>
              <a:t>The Medication Burden &amp; Treatment Changes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7C393-A438-985F-8979-DE54D6F0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The data reveals an intense medication burden.</a:t>
            </a:r>
          </a:p>
          <a:p>
            <a:pPr marL="0" indent="0">
              <a:buNone/>
            </a:pPr>
            <a:r>
              <a:rPr lang="en-US" sz="2000"/>
              <a:t>While the average patient is prescribed around 15 drugs, the chart shows an extreme tail stretching up to 80+ distinct medications for a single visit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227B82-CEF9-946D-1CFC-39D61FEE2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74624"/>
            <a:ext cx="6903720" cy="510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31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8C0C3-4E8C-5C66-4C01-87DDABC0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000"/>
              <a:t>The Medication Burden &amp; Treatment Changes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DF60-BE29-55B2-E90B-4BB31CBB5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900" b="1"/>
              <a:t>High Therapeutic Volatility:</a:t>
            </a:r>
            <a:r>
              <a:rPr lang="en-US" sz="1900"/>
              <a:t> Over 47% of all patients have their critical medications actively changed or adjusted during their stay. </a:t>
            </a:r>
          </a:p>
          <a:p>
            <a:r>
              <a:rPr lang="en-US" sz="1900"/>
              <a:t>When a patient is sent home with a massive list of drugs that were </a:t>
            </a:r>
            <a:r>
              <a:rPr lang="en-US" sz="1900" i="1"/>
              <a:t>just modified</a:t>
            </a:r>
            <a:r>
              <a:rPr lang="en-US" sz="1900"/>
              <a:t>, their risk of confusion or non-adherence spikes dramatically.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39E94-D4F6-9121-E352-269770299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83254"/>
            <a:ext cx="6903720" cy="509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036EC-16AE-3A3A-A324-7C006D4C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DB9FF-24E6-F8AF-2933-20A91ADD4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Primary Diagnoses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EE934-C00C-75E9-B5D5-418F0518389D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Circulatory diseases</a:t>
            </a:r>
            <a:r>
              <a:rPr lang="en-US" sz="2200"/>
              <a:t> (heart failure, severe hypertension) dominate the hospital, accounting for </a:t>
            </a:r>
            <a:r>
              <a:rPr lang="en-US" sz="2200" b="1"/>
              <a:t>30.4%</a:t>
            </a:r>
            <a:r>
              <a:rPr lang="en-US" sz="2200"/>
              <a:t> of admissions. True primary diabetes encounters make up only 8.7%.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4A6CD0-B80B-ACC2-6C48-1B4530A7A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54" y="2290936"/>
            <a:ext cx="9836900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24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2EB31-5693-DFB2-7305-8D86B72F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Admission Distribution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7277E-C222-BAD8-5240-40684656937E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/>
              <a:t>The Emergency Gate:</a:t>
            </a:r>
            <a:r>
              <a:rPr lang="en-US" sz="1900"/>
              <a:t> Over 53% of all patients enter the hospital directly through the Emergency Room. Because emergency entries happen quickly and bypass standard insurance pre-approvals, they represent the main area where resource leaks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C5D8F6-949F-57B1-7BC3-891FC195A5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016338"/>
              </p:ext>
            </p:extLst>
          </p:nvPr>
        </p:nvGraphicFramePr>
        <p:xfrm>
          <a:off x="630936" y="2290936"/>
          <a:ext cx="10917936" cy="3959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2128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F44DA-9188-BA2A-B25D-9722C475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Findings and 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B05259-274B-0351-E4C4-93C30121CA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24484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4486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1C16C-6FA8-0E2F-1D84-F078830F3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800">
                <a:solidFill>
                  <a:srgbClr val="FFFFFF"/>
                </a:solidFill>
              </a:rPr>
              <a:t>Strategic Recommendations</a:t>
            </a:r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9B952849-EEB2-56C3-68BE-FB2593C62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917658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3119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3450</TotalTime>
  <Words>687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Storytelling with Data </vt:lpstr>
      <vt:lpstr>Agenda </vt:lpstr>
      <vt:lpstr>Introduction </vt:lpstr>
      <vt:lpstr>Objective </vt:lpstr>
      <vt:lpstr>Methodology &amp; Tools</vt:lpstr>
      <vt:lpstr>Technical Methodology &amp; Tools </vt:lpstr>
      <vt:lpstr>Analysis </vt:lpstr>
      <vt:lpstr>Age Demographics vs. Care Continuity</vt:lpstr>
      <vt:lpstr>Age Demographics vs. Care Continuity</vt:lpstr>
      <vt:lpstr>The Medication Burden &amp; Treatment Changes</vt:lpstr>
      <vt:lpstr>The Medication Burden &amp; Treatment Changes</vt:lpstr>
      <vt:lpstr>Primary Diagnoses</vt:lpstr>
      <vt:lpstr>Admission Distribution </vt:lpstr>
      <vt:lpstr>Findings and Conclusion</vt:lpstr>
      <vt:lpstr>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Najat El ouafi</dc:creator>
  <cp:lastModifiedBy>Najat El ouafi</cp:lastModifiedBy>
  <cp:revision>1</cp:revision>
  <dcterms:created xsi:type="dcterms:W3CDTF">2026-05-18T01:41:12Z</dcterms:created>
  <dcterms:modified xsi:type="dcterms:W3CDTF">2026-05-20T23:27:17Z</dcterms:modified>
</cp:coreProperties>
</file>